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7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E5136E-2A8F-BA4E-98AD-168B7B17A2EA}" v="30" dt="2026-04-02T19:10:43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707"/>
  </p:normalViewPr>
  <p:slideViewPr>
    <p:cSldViewPr snapToGrid="0">
      <p:cViewPr>
        <p:scale>
          <a:sx n="69" d="100"/>
          <a:sy n="69" d="100"/>
        </p:scale>
        <p:origin x="2160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t Joël I.BSCICS_F25.2401" userId="3f7d1183-0335-4cbe-ae9c-babc2e0df08a" providerId="ADAL" clId="{F081D0FA-E676-46AE-AF94-E4491FF8B82C}"/>
    <pc:docChg chg="undo custSel addSld modSld">
      <pc:chgData name="Rast Joël I.BSCICS_F25.2401" userId="3f7d1183-0335-4cbe-ae9c-babc2e0df08a" providerId="ADAL" clId="{F081D0FA-E676-46AE-AF94-E4491FF8B82C}" dt="2026-03-31T13:54:13.409" v="655"/>
      <pc:docMkLst>
        <pc:docMk/>
      </pc:docMkLst>
      <pc:sldChg chg="addSp delSp modSp mod delAnim modAnim">
        <pc:chgData name="Rast Joël I.BSCICS_F25.2401" userId="3f7d1183-0335-4cbe-ae9c-babc2e0df08a" providerId="ADAL" clId="{F081D0FA-E676-46AE-AF94-E4491FF8B82C}" dt="2026-03-31T13:54:13.409" v="655"/>
        <pc:sldMkLst>
          <pc:docMk/>
          <pc:sldMk cId="1924780510" sldId="258"/>
        </pc:sldMkLst>
        <pc:spChg chg="add mod ord">
          <ac:chgData name="Rast Joël I.BSCICS_F25.2401" userId="3f7d1183-0335-4cbe-ae9c-babc2e0df08a" providerId="ADAL" clId="{F081D0FA-E676-46AE-AF94-E4491FF8B82C}" dt="2026-03-31T13:49:14.640" v="638" actId="14100"/>
          <ac:spMkLst>
            <pc:docMk/>
            <pc:sldMk cId="1924780510" sldId="258"/>
            <ac:spMk id="2" creationId="{17C83D72-DC5A-383D-7DB4-00FF34EC3E2D}"/>
          </ac:spMkLst>
        </pc:spChg>
        <pc:spChg chg="add mod">
          <ac:chgData name="Rast Joël I.BSCICS_F25.2401" userId="3f7d1183-0335-4cbe-ae9c-babc2e0df08a" providerId="ADAL" clId="{F081D0FA-E676-46AE-AF94-E4491FF8B82C}" dt="2026-03-31T12:11:35.030" v="43" actId="1076"/>
          <ac:spMkLst>
            <pc:docMk/>
            <pc:sldMk cId="1924780510" sldId="258"/>
            <ac:spMk id="6" creationId="{22288055-1672-1FDE-381A-2E7B0BE389FD}"/>
          </ac:spMkLst>
        </pc:spChg>
        <pc:spChg chg="mod">
          <ac:chgData name="Rast Joël I.BSCICS_F25.2401" userId="3f7d1183-0335-4cbe-ae9c-babc2e0df08a" providerId="ADAL" clId="{F081D0FA-E676-46AE-AF94-E4491FF8B82C}" dt="2026-03-31T13:39:42.208" v="604" actId="1076"/>
          <ac:spMkLst>
            <pc:docMk/>
            <pc:sldMk cId="1924780510" sldId="258"/>
            <ac:spMk id="12" creationId="{45470BC4-54E7-EBE9-ECB6-1C6B2D4624D6}"/>
          </ac:spMkLst>
        </pc:spChg>
        <pc:spChg chg="add mod">
          <ac:chgData name="Rast Joël I.BSCICS_F25.2401" userId="3f7d1183-0335-4cbe-ae9c-babc2e0df08a" providerId="ADAL" clId="{F081D0FA-E676-46AE-AF94-E4491FF8B82C}" dt="2026-03-31T13:42:34.805" v="615" actId="14100"/>
          <ac:spMkLst>
            <pc:docMk/>
            <pc:sldMk cId="1924780510" sldId="258"/>
            <ac:spMk id="14" creationId="{4BBB1D15-1F80-F3AF-54A6-8EE03A033C8D}"/>
          </ac:spMkLst>
        </pc:spChg>
        <pc:picChg chg="add mod">
          <ac:chgData name="Rast Joël I.BSCICS_F25.2401" userId="3f7d1183-0335-4cbe-ae9c-babc2e0df08a" providerId="ADAL" clId="{F081D0FA-E676-46AE-AF94-E4491FF8B82C}" dt="2026-03-31T13:36:44.827" v="571" actId="1076"/>
          <ac:picMkLst>
            <pc:docMk/>
            <pc:sldMk cId="1924780510" sldId="258"/>
            <ac:picMk id="4" creationId="{6113DEBC-5990-C280-BDA4-FDF69F76BA11}"/>
          </ac:picMkLst>
        </pc:picChg>
        <pc:cxnChg chg="add mod">
          <ac:chgData name="Rast Joël I.BSCICS_F25.2401" userId="3f7d1183-0335-4cbe-ae9c-babc2e0df08a" providerId="ADAL" clId="{F081D0FA-E676-46AE-AF94-E4491FF8B82C}" dt="2026-03-31T13:45:44.204" v="631" actId="208"/>
          <ac:cxnSpMkLst>
            <pc:docMk/>
            <pc:sldMk cId="1924780510" sldId="258"/>
            <ac:cxnSpMk id="16" creationId="{5A6B59E3-24F1-2E4D-2318-E8DB47846DE3}"/>
          </ac:cxnSpMkLst>
        </pc:cxnChg>
      </pc:sldChg>
      <pc:sldChg chg="addSp delSp modSp mod">
        <pc:chgData name="Rast Joël I.BSCICS_F25.2401" userId="3f7d1183-0335-4cbe-ae9c-babc2e0df08a" providerId="ADAL" clId="{F081D0FA-E676-46AE-AF94-E4491FF8B82C}" dt="2026-03-31T12:16:49.867" v="158" actId="404"/>
        <pc:sldMkLst>
          <pc:docMk/>
          <pc:sldMk cId="654022219" sldId="259"/>
        </pc:sldMkLst>
        <pc:spChg chg="add mod">
          <ac:chgData name="Rast Joël I.BSCICS_F25.2401" userId="3f7d1183-0335-4cbe-ae9c-babc2e0df08a" providerId="ADAL" clId="{F081D0FA-E676-46AE-AF94-E4491FF8B82C}" dt="2026-03-31T12:14:06.344" v="150" actId="1076"/>
          <ac:spMkLst>
            <pc:docMk/>
            <pc:sldMk cId="654022219" sldId="259"/>
            <ac:spMk id="6" creationId="{474B5AC5-03A2-2F92-9C3C-6E7555ED9528}"/>
          </ac:spMkLst>
        </pc:spChg>
        <pc:picChg chg="add mod">
          <ac:chgData name="Rast Joël I.BSCICS_F25.2401" userId="3f7d1183-0335-4cbe-ae9c-babc2e0df08a" providerId="ADAL" clId="{F081D0FA-E676-46AE-AF94-E4491FF8B82C}" dt="2026-03-31T12:14:10.712" v="151" actId="1076"/>
          <ac:picMkLst>
            <pc:docMk/>
            <pc:sldMk cId="654022219" sldId="259"/>
            <ac:picMk id="1028" creationId="{9DE5F3BB-69AD-EF63-499C-C35B9BC570E0}"/>
          </ac:picMkLst>
        </pc:picChg>
      </pc:sldChg>
      <pc:sldChg chg="modSp mod">
        <pc:chgData name="Rast Joël I.BSCICS_F25.2401" userId="3f7d1183-0335-4cbe-ae9c-babc2e0df08a" providerId="ADAL" clId="{F081D0FA-E676-46AE-AF94-E4491FF8B82C}" dt="2026-03-31T13:19:33.832" v="533" actId="1076"/>
        <pc:sldMkLst>
          <pc:docMk/>
          <pc:sldMk cId="2369889364" sldId="260"/>
        </pc:sldMkLst>
        <pc:spChg chg="mod">
          <ac:chgData name="Rast Joël I.BSCICS_F25.2401" userId="3f7d1183-0335-4cbe-ae9c-babc2e0df08a" providerId="ADAL" clId="{F081D0FA-E676-46AE-AF94-E4491FF8B82C}" dt="2026-03-31T12:22:23.398" v="200" actId="20577"/>
          <ac:spMkLst>
            <pc:docMk/>
            <pc:sldMk cId="2369889364" sldId="260"/>
            <ac:spMk id="7" creationId="{5C76B84A-D8F0-35A9-F37F-DE63CB8AE176}"/>
          </ac:spMkLst>
        </pc:spChg>
        <pc:spChg chg="mod">
          <ac:chgData name="Rast Joël I.BSCICS_F25.2401" userId="3f7d1183-0335-4cbe-ae9c-babc2e0df08a" providerId="ADAL" clId="{F081D0FA-E676-46AE-AF94-E4491FF8B82C}" dt="2026-03-31T13:19:33.832" v="533" actId="1076"/>
          <ac:spMkLst>
            <pc:docMk/>
            <pc:sldMk cId="2369889364" sldId="260"/>
            <ac:spMk id="12" creationId="{3C155DBF-295E-E969-6ED4-3156F11AE704}"/>
          </ac:spMkLst>
        </pc:spChg>
      </pc:sldChg>
      <pc:sldChg chg="modSp mod">
        <pc:chgData name="Rast Joël I.BSCICS_F25.2401" userId="3f7d1183-0335-4cbe-ae9c-babc2e0df08a" providerId="ADAL" clId="{F081D0FA-E676-46AE-AF94-E4491FF8B82C}" dt="2026-03-31T12:32:21.788" v="245" actId="1076"/>
        <pc:sldMkLst>
          <pc:docMk/>
          <pc:sldMk cId="1906151534" sldId="261"/>
        </pc:sldMkLst>
        <pc:spChg chg="mod">
          <ac:chgData name="Rast Joël I.BSCICS_F25.2401" userId="3f7d1183-0335-4cbe-ae9c-babc2e0df08a" providerId="ADAL" clId="{F081D0FA-E676-46AE-AF94-E4491FF8B82C}" dt="2026-03-31T12:26:42.645" v="239" actId="20577"/>
          <ac:spMkLst>
            <pc:docMk/>
            <pc:sldMk cId="1906151534" sldId="261"/>
            <ac:spMk id="2" creationId="{BCDF2AE4-A03A-C31D-F134-4DEAA4CDD599}"/>
          </ac:spMkLst>
        </pc:spChg>
        <pc:picChg chg="mod">
          <ac:chgData name="Rast Joël I.BSCICS_F25.2401" userId="3f7d1183-0335-4cbe-ae9c-babc2e0df08a" providerId="ADAL" clId="{F081D0FA-E676-46AE-AF94-E4491FF8B82C}" dt="2026-03-31T12:32:14.721" v="244" actId="1076"/>
          <ac:picMkLst>
            <pc:docMk/>
            <pc:sldMk cId="1906151534" sldId="261"/>
            <ac:picMk id="4" creationId="{BBAAEFDC-ABDC-005C-4FE1-C85E91D25042}"/>
          </ac:picMkLst>
        </pc:picChg>
        <pc:picChg chg="mod">
          <ac:chgData name="Rast Joël I.BSCICS_F25.2401" userId="3f7d1183-0335-4cbe-ae9c-babc2e0df08a" providerId="ADAL" clId="{F081D0FA-E676-46AE-AF94-E4491FF8B82C}" dt="2026-03-31T12:32:11.629" v="243" actId="1076"/>
          <ac:picMkLst>
            <pc:docMk/>
            <pc:sldMk cId="1906151534" sldId="261"/>
            <ac:picMk id="5" creationId="{8AB6F977-DAD6-08C8-591C-8D5ACE5AA31A}"/>
          </ac:picMkLst>
        </pc:picChg>
      </pc:sldChg>
      <pc:sldChg chg="addSp modSp mod">
        <pc:chgData name="Rast Joël I.BSCICS_F25.2401" userId="3f7d1183-0335-4cbe-ae9c-babc2e0df08a" providerId="ADAL" clId="{F081D0FA-E676-46AE-AF94-E4491FF8B82C}" dt="2026-03-31T13:33:20.592" v="570" actId="1076"/>
        <pc:sldMkLst>
          <pc:docMk/>
          <pc:sldMk cId="3580386349" sldId="264"/>
        </pc:sldMkLst>
        <pc:spChg chg="mod">
          <ac:chgData name="Rast Joël I.BSCICS_F25.2401" userId="3f7d1183-0335-4cbe-ae9c-babc2e0df08a" providerId="ADAL" clId="{F081D0FA-E676-46AE-AF94-E4491FF8B82C}" dt="2026-03-31T13:31:38.360" v="556" actId="1076"/>
          <ac:spMkLst>
            <pc:docMk/>
            <pc:sldMk cId="3580386349" sldId="264"/>
            <ac:spMk id="2" creationId="{A7967D08-1109-7A56-627F-2FC0106C56B6}"/>
          </ac:spMkLst>
        </pc:spChg>
        <pc:spChg chg="add mod">
          <ac:chgData name="Rast Joël I.BSCICS_F25.2401" userId="3f7d1183-0335-4cbe-ae9c-babc2e0df08a" providerId="ADAL" clId="{F081D0FA-E676-46AE-AF94-E4491FF8B82C}" dt="2026-03-31T13:32:57.505" v="566" actId="1076"/>
          <ac:spMkLst>
            <pc:docMk/>
            <pc:sldMk cId="3580386349" sldId="264"/>
            <ac:spMk id="7" creationId="{FA64B738-BCD9-40D5-D24E-E6CC28186305}"/>
          </ac:spMkLst>
        </pc:spChg>
        <pc:picChg chg="mod">
          <ac:chgData name="Rast Joël I.BSCICS_F25.2401" userId="3f7d1183-0335-4cbe-ae9c-babc2e0df08a" providerId="ADAL" clId="{F081D0FA-E676-46AE-AF94-E4491FF8B82C}" dt="2026-03-31T13:33:00.226" v="567" actId="14100"/>
          <ac:picMkLst>
            <pc:docMk/>
            <pc:sldMk cId="3580386349" sldId="264"/>
            <ac:picMk id="4" creationId="{9348E0F5-8DAF-C481-E302-5C3DEF07A521}"/>
          </ac:picMkLst>
        </pc:picChg>
        <pc:picChg chg="add mod">
          <ac:chgData name="Rast Joël I.BSCICS_F25.2401" userId="3f7d1183-0335-4cbe-ae9c-babc2e0df08a" providerId="ADAL" clId="{F081D0FA-E676-46AE-AF94-E4491FF8B82C}" dt="2026-03-31T13:32:52.690" v="565" actId="1076"/>
          <ac:picMkLst>
            <pc:docMk/>
            <pc:sldMk cId="3580386349" sldId="264"/>
            <ac:picMk id="6" creationId="{80E53174-879D-6696-F315-1D9E4AB0BAA1}"/>
          </ac:picMkLst>
        </pc:picChg>
        <pc:picChg chg="add mod">
          <ac:chgData name="Rast Joël I.BSCICS_F25.2401" userId="3f7d1183-0335-4cbe-ae9c-babc2e0df08a" providerId="ADAL" clId="{F081D0FA-E676-46AE-AF94-E4491FF8B82C}" dt="2026-03-31T13:33:20.592" v="570" actId="1076"/>
          <ac:picMkLst>
            <pc:docMk/>
            <pc:sldMk cId="3580386349" sldId="264"/>
            <ac:picMk id="10" creationId="{9902443B-53EC-9562-CF18-949F16DC080B}"/>
          </ac:picMkLst>
        </pc:picChg>
      </pc:sldChg>
    </pc:docChg>
  </pc:docChgLst>
  <pc:docChgLst>
    <pc:chgData name="Hüsser Sacha I.BSCICS_F25.2401" userId="17eb6498-fdc0-4fcc-9a02-12ceefb6699a" providerId="ADAL" clId="{3B2F3C2C-1025-47FA-805D-7872F61C8CCD}"/>
    <pc:docChg chg="undo custSel addSld delSld modSld">
      <pc:chgData name="Hüsser Sacha I.BSCICS_F25.2401" userId="17eb6498-fdc0-4fcc-9a02-12ceefb6699a" providerId="ADAL" clId="{3B2F3C2C-1025-47FA-805D-7872F61C8CCD}" dt="2026-03-31T13:40:18.468" v="484" actId="1076"/>
      <pc:docMkLst>
        <pc:docMk/>
      </pc:docMkLst>
      <pc:sldChg chg="modSp mod modAnim">
        <pc:chgData name="Hüsser Sacha I.BSCICS_F25.2401" userId="17eb6498-fdc0-4fcc-9a02-12ceefb6699a" providerId="ADAL" clId="{3B2F3C2C-1025-47FA-805D-7872F61C8CCD}" dt="2026-03-31T12:35:02.130" v="252" actId="1076"/>
        <pc:sldMkLst>
          <pc:docMk/>
          <pc:sldMk cId="1924780510" sldId="258"/>
        </pc:sldMkLst>
        <pc:spChg chg="mod">
          <ac:chgData name="Hüsser Sacha I.BSCICS_F25.2401" userId="17eb6498-fdc0-4fcc-9a02-12ceefb6699a" providerId="ADAL" clId="{3B2F3C2C-1025-47FA-805D-7872F61C8CCD}" dt="2026-03-31T12:35:02.130" v="252" actId="1076"/>
          <ac:spMkLst>
            <pc:docMk/>
            <pc:sldMk cId="1924780510" sldId="258"/>
            <ac:spMk id="11" creationId="{D379121D-BEFE-3EA4-087F-8487B468FC3E}"/>
          </ac:spMkLst>
        </pc:spChg>
      </pc:sldChg>
      <pc:sldChg chg="addSp delSp modSp new mod">
        <pc:chgData name="Hüsser Sacha I.BSCICS_F25.2401" userId="17eb6498-fdc0-4fcc-9a02-12ceefb6699a" providerId="ADAL" clId="{3B2F3C2C-1025-47FA-805D-7872F61C8CCD}" dt="2026-03-31T12:12:06.604" v="23" actId="20577"/>
        <pc:sldMkLst>
          <pc:docMk/>
          <pc:sldMk cId="2369889364" sldId="260"/>
        </pc:sldMkLst>
        <pc:spChg chg="add mod">
          <ac:chgData name="Hüsser Sacha I.BSCICS_F25.2401" userId="17eb6498-fdc0-4fcc-9a02-12ceefb6699a" providerId="ADAL" clId="{3B2F3C2C-1025-47FA-805D-7872F61C8CCD}" dt="2026-03-31T12:12:06.604" v="23" actId="20577"/>
          <ac:spMkLst>
            <pc:docMk/>
            <pc:sldMk cId="2369889364" sldId="260"/>
            <ac:spMk id="7" creationId="{5C76B84A-D8F0-35A9-F37F-DE63CB8AE176}"/>
          </ac:spMkLst>
        </pc:spChg>
      </pc:sldChg>
      <pc:sldChg chg="modSp mod">
        <pc:chgData name="Hüsser Sacha I.BSCICS_F25.2401" userId="17eb6498-fdc0-4fcc-9a02-12ceefb6699a" providerId="ADAL" clId="{3B2F3C2C-1025-47FA-805D-7872F61C8CCD}" dt="2026-03-31T12:14:48.480" v="72" actId="20577"/>
        <pc:sldMkLst>
          <pc:docMk/>
          <pc:sldMk cId="1906151534" sldId="261"/>
        </pc:sldMkLst>
        <pc:spChg chg="mod">
          <ac:chgData name="Hüsser Sacha I.BSCICS_F25.2401" userId="17eb6498-fdc0-4fcc-9a02-12ceefb6699a" providerId="ADAL" clId="{3B2F3C2C-1025-47FA-805D-7872F61C8CCD}" dt="2026-03-31T12:14:48.480" v="72" actId="20577"/>
          <ac:spMkLst>
            <pc:docMk/>
            <pc:sldMk cId="1906151534" sldId="261"/>
            <ac:spMk id="2" creationId="{BCDF2AE4-A03A-C31D-F134-4DEAA4CDD599}"/>
          </ac:spMkLst>
        </pc:spChg>
      </pc:sldChg>
      <pc:sldChg chg="addSp modSp new mod modAnim">
        <pc:chgData name="Hüsser Sacha I.BSCICS_F25.2401" userId="17eb6498-fdc0-4fcc-9a02-12ceefb6699a" providerId="ADAL" clId="{3B2F3C2C-1025-47FA-805D-7872F61C8CCD}" dt="2026-03-31T12:15:34.151" v="80"/>
        <pc:sldMkLst>
          <pc:docMk/>
          <pc:sldMk cId="1964834436" sldId="262"/>
        </pc:sldMkLst>
        <pc:spChg chg="mod">
          <ac:chgData name="Hüsser Sacha I.BSCICS_F25.2401" userId="17eb6498-fdc0-4fcc-9a02-12ceefb6699a" providerId="ADAL" clId="{3B2F3C2C-1025-47FA-805D-7872F61C8CCD}" dt="2026-03-31T12:15:02.441" v="74" actId="20577"/>
          <ac:spMkLst>
            <pc:docMk/>
            <pc:sldMk cId="1964834436" sldId="262"/>
            <ac:spMk id="2" creationId="{90738857-6772-40B5-1D9C-694A433BCF05}"/>
          </ac:spMkLst>
        </pc:spChg>
        <pc:picChg chg="add mod">
          <ac:chgData name="Hüsser Sacha I.BSCICS_F25.2401" userId="17eb6498-fdc0-4fcc-9a02-12ceefb6699a" providerId="ADAL" clId="{3B2F3C2C-1025-47FA-805D-7872F61C8CCD}" dt="2026-03-31T12:15:31.907" v="79" actId="1076"/>
          <ac:picMkLst>
            <pc:docMk/>
            <pc:sldMk cId="1964834436" sldId="262"/>
            <ac:picMk id="4" creationId="{36CFB566-5AD7-EFFF-7697-B0ACAEE63F45}"/>
          </ac:picMkLst>
        </pc:picChg>
        <pc:picChg chg="add mod">
          <ac:chgData name="Hüsser Sacha I.BSCICS_F25.2401" userId="17eb6498-fdc0-4fcc-9a02-12ceefb6699a" providerId="ADAL" clId="{3B2F3C2C-1025-47FA-805D-7872F61C8CCD}" dt="2026-03-31T12:13:59.180" v="59" actId="1076"/>
          <ac:picMkLst>
            <pc:docMk/>
            <pc:sldMk cId="1964834436" sldId="262"/>
            <ac:picMk id="1026" creationId="{2CC42CFB-4805-317C-3D6A-6D409B96BC34}"/>
          </ac:picMkLst>
        </pc:picChg>
      </pc:sldChg>
      <pc:sldChg chg="modSp mod">
        <pc:chgData name="Hüsser Sacha I.BSCICS_F25.2401" userId="17eb6498-fdc0-4fcc-9a02-12ceefb6699a" providerId="ADAL" clId="{3B2F3C2C-1025-47FA-805D-7872F61C8CCD}" dt="2026-03-31T13:40:18.468" v="484" actId="1076"/>
        <pc:sldMkLst>
          <pc:docMk/>
          <pc:sldMk cId="3580386349" sldId="264"/>
        </pc:sldMkLst>
        <pc:spChg chg="mod">
          <ac:chgData name="Hüsser Sacha I.BSCICS_F25.2401" userId="17eb6498-fdc0-4fcc-9a02-12ceefb6699a" providerId="ADAL" clId="{3B2F3C2C-1025-47FA-805D-7872F61C8CCD}" dt="2026-03-31T13:40:18.468" v="484" actId="1076"/>
          <ac:spMkLst>
            <pc:docMk/>
            <pc:sldMk cId="3580386349" sldId="264"/>
            <ac:spMk id="2" creationId="{A7967D08-1109-7A56-627F-2FC0106C56B6}"/>
          </ac:spMkLst>
        </pc:spChg>
      </pc:sldChg>
      <pc:sldChg chg="addSp delSp modSp mod">
        <pc:chgData name="Hüsser Sacha I.BSCICS_F25.2401" userId="17eb6498-fdc0-4fcc-9a02-12ceefb6699a" providerId="ADAL" clId="{3B2F3C2C-1025-47FA-805D-7872F61C8CCD}" dt="2026-03-31T13:39:55.001" v="483" actId="20577"/>
        <pc:sldMkLst>
          <pc:docMk/>
          <pc:sldMk cId="1548950038" sldId="267"/>
        </pc:sldMkLst>
        <pc:spChg chg="mod">
          <ac:chgData name="Hüsser Sacha I.BSCICS_F25.2401" userId="17eb6498-fdc0-4fcc-9a02-12ceefb6699a" providerId="ADAL" clId="{3B2F3C2C-1025-47FA-805D-7872F61C8CCD}" dt="2026-03-31T12:20:13.923" v="96" actId="122"/>
          <ac:spMkLst>
            <pc:docMk/>
            <pc:sldMk cId="1548950038" sldId="267"/>
            <ac:spMk id="2" creationId="{5C20690E-D9B0-055C-0927-DCEAEAC830AC}"/>
          </ac:spMkLst>
        </pc:spChg>
        <pc:spChg chg="add mod">
          <ac:chgData name="Hüsser Sacha I.BSCICS_F25.2401" userId="17eb6498-fdc0-4fcc-9a02-12ceefb6699a" providerId="ADAL" clId="{3B2F3C2C-1025-47FA-805D-7872F61C8CCD}" dt="2026-03-31T13:39:55.001" v="483" actId="20577"/>
          <ac:spMkLst>
            <pc:docMk/>
            <pc:sldMk cId="1548950038" sldId="267"/>
            <ac:spMk id="7" creationId="{E082D729-6D3E-F71D-E48A-380B059FA681}"/>
          </ac:spMkLst>
        </pc:spChg>
        <pc:spChg chg="add mod">
          <ac:chgData name="Hüsser Sacha I.BSCICS_F25.2401" userId="17eb6498-fdc0-4fcc-9a02-12ceefb6699a" providerId="ADAL" clId="{3B2F3C2C-1025-47FA-805D-7872F61C8CCD}" dt="2026-03-31T13:38:37.273" v="445" actId="113"/>
          <ac:spMkLst>
            <pc:docMk/>
            <pc:sldMk cId="1548950038" sldId="267"/>
            <ac:spMk id="17" creationId="{5417A765-3BC6-F5EF-AD54-FD9DDACB60BB}"/>
          </ac:spMkLst>
        </pc:spChg>
        <pc:spChg chg="add mod">
          <ac:chgData name="Hüsser Sacha I.BSCICS_F25.2401" userId="17eb6498-fdc0-4fcc-9a02-12ceefb6699a" providerId="ADAL" clId="{3B2F3C2C-1025-47FA-805D-7872F61C8CCD}" dt="2026-03-31T13:38:35.542" v="444" actId="113"/>
          <ac:spMkLst>
            <pc:docMk/>
            <pc:sldMk cId="1548950038" sldId="267"/>
            <ac:spMk id="18" creationId="{8FC5EF9E-CE76-67EB-CB3A-7ECD057402A1}"/>
          </ac:spMkLst>
        </pc:spChg>
        <pc:spChg chg="add mod">
          <ac:chgData name="Hüsser Sacha I.BSCICS_F25.2401" userId="17eb6498-fdc0-4fcc-9a02-12ceefb6699a" providerId="ADAL" clId="{3B2F3C2C-1025-47FA-805D-7872F61C8CCD}" dt="2026-03-31T13:38:33.967" v="443" actId="113"/>
          <ac:spMkLst>
            <pc:docMk/>
            <pc:sldMk cId="1548950038" sldId="267"/>
            <ac:spMk id="19" creationId="{2804CAF8-BCC4-A1BA-292F-4DCE898F28F1}"/>
          </ac:spMkLst>
        </pc:spChg>
        <pc:picChg chg="add mod">
          <ac:chgData name="Hüsser Sacha I.BSCICS_F25.2401" userId="17eb6498-fdc0-4fcc-9a02-12ceefb6699a" providerId="ADAL" clId="{3B2F3C2C-1025-47FA-805D-7872F61C8CCD}" dt="2026-03-31T13:37:31.614" v="404" actId="1076"/>
          <ac:picMkLst>
            <pc:docMk/>
            <pc:sldMk cId="1548950038" sldId="267"/>
            <ac:picMk id="12" creationId="{09A7F296-1F7A-F32D-14AA-DCF23BC97EFB}"/>
          </ac:picMkLst>
        </pc:picChg>
        <pc:picChg chg="add mod">
          <ac:chgData name="Hüsser Sacha I.BSCICS_F25.2401" userId="17eb6498-fdc0-4fcc-9a02-12ceefb6699a" providerId="ADAL" clId="{3B2F3C2C-1025-47FA-805D-7872F61C8CCD}" dt="2026-03-31T13:37:33.997" v="405" actId="1076"/>
          <ac:picMkLst>
            <pc:docMk/>
            <pc:sldMk cId="1548950038" sldId="267"/>
            <ac:picMk id="14" creationId="{499CD814-B9F5-0814-00DC-021A65570928}"/>
          </ac:picMkLst>
        </pc:picChg>
        <pc:picChg chg="add mod">
          <ac:chgData name="Hüsser Sacha I.BSCICS_F25.2401" userId="17eb6498-fdc0-4fcc-9a02-12ceefb6699a" providerId="ADAL" clId="{3B2F3C2C-1025-47FA-805D-7872F61C8CCD}" dt="2026-03-31T13:37:36.275" v="406" actId="1076"/>
          <ac:picMkLst>
            <pc:docMk/>
            <pc:sldMk cId="1548950038" sldId="267"/>
            <ac:picMk id="16" creationId="{D97F5C84-2830-2F24-EF22-C5BF37A7F9B2}"/>
          </ac:picMkLst>
        </pc:picChg>
        <pc:picChg chg="add mod">
          <ac:chgData name="Hüsser Sacha I.BSCICS_F25.2401" userId="17eb6498-fdc0-4fcc-9a02-12ceefb6699a" providerId="ADAL" clId="{3B2F3C2C-1025-47FA-805D-7872F61C8CCD}" dt="2026-03-31T13:39:27.087" v="463" actId="1038"/>
          <ac:picMkLst>
            <pc:docMk/>
            <pc:sldMk cId="1548950038" sldId="267"/>
            <ac:picMk id="21" creationId="{501AB611-AEF7-7B81-0857-92AD7FEC0F96}"/>
          </ac:picMkLst>
        </pc:picChg>
      </pc:sldChg>
      <pc:sldChg chg="addSp delSp modSp new mod">
        <pc:chgData name="Hüsser Sacha I.BSCICS_F25.2401" userId="17eb6498-fdc0-4fcc-9a02-12ceefb6699a" providerId="ADAL" clId="{3B2F3C2C-1025-47FA-805D-7872F61C8CCD}" dt="2026-03-31T13:37:17.222" v="401" actId="113"/>
        <pc:sldMkLst>
          <pc:docMk/>
          <pc:sldMk cId="2752838669" sldId="268"/>
        </pc:sldMkLst>
        <pc:spChg chg="mod">
          <ac:chgData name="Hüsser Sacha I.BSCICS_F25.2401" userId="17eb6498-fdc0-4fcc-9a02-12ceefb6699a" providerId="ADAL" clId="{3B2F3C2C-1025-47FA-805D-7872F61C8CCD}" dt="2026-03-31T12:26:09.446" v="115"/>
          <ac:spMkLst>
            <pc:docMk/>
            <pc:sldMk cId="2752838669" sldId="268"/>
            <ac:spMk id="2" creationId="{2D4C8D60-358A-637D-C7FF-22E7EDEE6927}"/>
          </ac:spMkLst>
        </pc:spChg>
        <pc:spChg chg="mod">
          <ac:chgData name="Hüsser Sacha I.BSCICS_F25.2401" userId="17eb6498-fdc0-4fcc-9a02-12ceefb6699a" providerId="ADAL" clId="{3B2F3C2C-1025-47FA-805D-7872F61C8CCD}" dt="2026-03-31T13:37:15.762" v="400" actId="113"/>
          <ac:spMkLst>
            <pc:docMk/>
            <pc:sldMk cId="2752838669" sldId="268"/>
            <ac:spMk id="11" creationId="{EC45A259-BE20-1295-AE78-76CFDBE26402}"/>
          </ac:spMkLst>
        </pc:spChg>
        <pc:spChg chg="mod">
          <ac:chgData name="Hüsser Sacha I.BSCICS_F25.2401" userId="17eb6498-fdc0-4fcc-9a02-12ceefb6699a" providerId="ADAL" clId="{3B2F3C2C-1025-47FA-805D-7872F61C8CCD}" dt="2026-03-31T13:37:14.390" v="399" actId="113"/>
          <ac:spMkLst>
            <pc:docMk/>
            <pc:sldMk cId="2752838669" sldId="268"/>
            <ac:spMk id="12" creationId="{8F2A7CAD-448D-99EF-A4F5-DAB42E690B48}"/>
          </ac:spMkLst>
        </pc:spChg>
        <pc:spChg chg="mod">
          <ac:chgData name="Hüsser Sacha I.BSCICS_F25.2401" userId="17eb6498-fdc0-4fcc-9a02-12ceefb6699a" providerId="ADAL" clId="{3B2F3C2C-1025-47FA-805D-7872F61C8CCD}" dt="2026-03-31T13:37:17.222" v="401" actId="113"/>
          <ac:spMkLst>
            <pc:docMk/>
            <pc:sldMk cId="2752838669" sldId="268"/>
            <ac:spMk id="13" creationId="{CBA3783D-D366-9AB7-247A-5B4A4249FE3F}"/>
          </ac:spMkLst>
        </pc:spChg>
        <pc:picChg chg="add mod">
          <ac:chgData name="Hüsser Sacha I.BSCICS_F25.2401" userId="17eb6498-fdc0-4fcc-9a02-12ceefb6699a" providerId="ADAL" clId="{3B2F3C2C-1025-47FA-805D-7872F61C8CCD}" dt="2026-03-31T12:27:12.191" v="178" actId="1076"/>
          <ac:picMkLst>
            <pc:docMk/>
            <pc:sldMk cId="2752838669" sldId="268"/>
            <ac:picMk id="5" creationId="{2A3E18AC-50E8-DBB2-2AE0-E9A7C30154A0}"/>
          </ac:picMkLst>
        </pc:picChg>
        <pc:picChg chg="add mod">
          <ac:chgData name="Hüsser Sacha I.BSCICS_F25.2401" userId="17eb6498-fdc0-4fcc-9a02-12ceefb6699a" providerId="ADAL" clId="{3B2F3C2C-1025-47FA-805D-7872F61C8CCD}" dt="2026-03-31T12:27:32.166" v="183" actId="1076"/>
          <ac:picMkLst>
            <pc:docMk/>
            <pc:sldMk cId="2752838669" sldId="268"/>
            <ac:picMk id="6" creationId="{2A8CEF00-4864-2B6E-74F9-CC2DC90B6066}"/>
          </ac:picMkLst>
        </pc:picChg>
        <pc:picChg chg="add del mod">
          <ac:chgData name="Hüsser Sacha I.BSCICS_F25.2401" userId="17eb6498-fdc0-4fcc-9a02-12ceefb6699a" providerId="ADAL" clId="{3B2F3C2C-1025-47FA-805D-7872F61C8CCD}" dt="2026-03-31T12:27:55.519" v="198" actId="1076"/>
          <ac:picMkLst>
            <pc:docMk/>
            <pc:sldMk cId="2752838669" sldId="268"/>
            <ac:picMk id="7" creationId="{85663B46-BF79-3CD0-9999-480BADCCD61B}"/>
          </ac:picMkLst>
        </pc:picChg>
        <pc:picChg chg="add mod">
          <ac:chgData name="Hüsser Sacha I.BSCICS_F25.2401" userId="17eb6498-fdc0-4fcc-9a02-12ceefb6699a" providerId="ADAL" clId="{3B2F3C2C-1025-47FA-805D-7872F61C8CCD}" dt="2026-03-31T12:27:10.684" v="177" actId="1076"/>
          <ac:picMkLst>
            <pc:docMk/>
            <pc:sldMk cId="2752838669" sldId="268"/>
            <ac:picMk id="9" creationId="{DB3DB1DA-F2F9-093A-5356-7DA3C8F37BAF}"/>
          </ac:picMkLst>
        </pc:picChg>
      </pc:sldChg>
    </pc:docChg>
  </pc:docChgLst>
  <pc:docChgLst>
    <pc:chgData name="Nagarajah Naveenan I.BSCICS_F25.2401" userId="39fafd65-e937-4ede-b4c1-e445b95d8cf6" providerId="ADAL" clId="{0D57B703-C253-46A1-9C7D-849B37915927}"/>
    <pc:docChg chg="undo custSel delSld modSld">
      <pc:chgData name="Nagarajah Naveenan I.BSCICS_F25.2401" userId="39fafd65-e937-4ede-b4c1-e445b95d8cf6" providerId="ADAL" clId="{0D57B703-C253-46A1-9C7D-849B37915927}" dt="2026-03-31T13:26:53.950" v="54"/>
      <pc:docMkLst>
        <pc:docMk/>
      </pc:docMkLst>
      <pc:sldChg chg="modSp mod modTransition modAnim">
        <pc:chgData name="Nagarajah Naveenan I.BSCICS_F25.2401" userId="39fafd65-e937-4ede-b4c1-e445b95d8cf6" providerId="ADAL" clId="{0D57B703-C253-46A1-9C7D-849B37915927}" dt="2026-03-31T13:07:16.251" v="33"/>
        <pc:sldMkLst>
          <pc:docMk/>
          <pc:sldMk cId="69941899" sldId="257"/>
        </pc:sldMkLst>
        <pc:picChg chg="mod">
          <ac:chgData name="Nagarajah Naveenan I.BSCICS_F25.2401" userId="39fafd65-e937-4ede-b4c1-e445b95d8cf6" providerId="ADAL" clId="{0D57B703-C253-46A1-9C7D-849B37915927}" dt="2026-03-31T13:04:29.063" v="6" actId="1076"/>
          <ac:picMkLst>
            <pc:docMk/>
            <pc:sldMk cId="69941899" sldId="257"/>
            <ac:picMk id="4" creationId="{3FE0FFD5-6FC0-1417-E3FA-F921F69776E2}"/>
          </ac:picMkLst>
        </pc:picChg>
      </pc:sldChg>
      <pc:sldChg chg="modTransition">
        <pc:chgData name="Nagarajah Naveenan I.BSCICS_F25.2401" userId="39fafd65-e937-4ede-b4c1-e445b95d8cf6" providerId="ADAL" clId="{0D57B703-C253-46A1-9C7D-849B37915927}" dt="2026-03-31T13:06:05.097" v="24"/>
        <pc:sldMkLst>
          <pc:docMk/>
          <pc:sldMk cId="1924780510" sldId="258"/>
        </pc:sldMkLst>
      </pc:sldChg>
      <pc:sldChg chg="modTransition modAnim">
        <pc:chgData name="Nagarajah Naveenan I.BSCICS_F25.2401" userId="39fafd65-e937-4ede-b4c1-e445b95d8cf6" providerId="ADAL" clId="{0D57B703-C253-46A1-9C7D-849B37915927}" dt="2026-03-31T13:26:53.950" v="54"/>
        <pc:sldMkLst>
          <pc:docMk/>
          <pc:sldMk cId="654022219" sldId="259"/>
        </pc:sldMkLst>
      </pc:sldChg>
      <pc:sldChg chg="modTransition">
        <pc:chgData name="Nagarajah Naveenan I.BSCICS_F25.2401" userId="39fafd65-e937-4ede-b4c1-e445b95d8cf6" providerId="ADAL" clId="{0D57B703-C253-46A1-9C7D-849B37915927}" dt="2026-03-31T13:06:57.785" v="26"/>
        <pc:sldMkLst>
          <pc:docMk/>
          <pc:sldMk cId="2369889364" sldId="260"/>
        </pc:sldMkLst>
      </pc:sldChg>
      <pc:sldChg chg="modTransition">
        <pc:chgData name="Nagarajah Naveenan I.BSCICS_F25.2401" userId="39fafd65-e937-4ede-b4c1-e445b95d8cf6" providerId="ADAL" clId="{0D57B703-C253-46A1-9C7D-849B37915927}" dt="2026-03-31T13:07:00.102" v="27"/>
        <pc:sldMkLst>
          <pc:docMk/>
          <pc:sldMk cId="1906151534" sldId="261"/>
        </pc:sldMkLst>
      </pc:sldChg>
      <pc:sldChg chg="modTransition">
        <pc:chgData name="Nagarajah Naveenan I.BSCICS_F25.2401" userId="39fafd65-e937-4ede-b4c1-e445b95d8cf6" providerId="ADAL" clId="{0D57B703-C253-46A1-9C7D-849B37915927}" dt="2026-03-31T13:07:01.971" v="28"/>
        <pc:sldMkLst>
          <pc:docMk/>
          <pc:sldMk cId="1964834436" sldId="262"/>
        </pc:sldMkLst>
      </pc:sldChg>
      <pc:sldChg chg="modTransition">
        <pc:chgData name="Nagarajah Naveenan I.BSCICS_F25.2401" userId="39fafd65-e937-4ede-b4c1-e445b95d8cf6" providerId="ADAL" clId="{0D57B703-C253-46A1-9C7D-849B37915927}" dt="2026-03-31T13:07:04.061" v="29"/>
        <pc:sldMkLst>
          <pc:docMk/>
          <pc:sldMk cId="3580386349" sldId="264"/>
        </pc:sldMkLst>
      </pc:sldChg>
      <pc:sldChg chg="modSp mod modTransition">
        <pc:chgData name="Nagarajah Naveenan I.BSCICS_F25.2401" userId="39fafd65-e937-4ede-b4c1-e445b95d8cf6" providerId="ADAL" clId="{0D57B703-C253-46A1-9C7D-849B37915927}" dt="2026-03-31T13:21:59.979" v="53" actId="20577"/>
        <pc:sldMkLst>
          <pc:docMk/>
          <pc:sldMk cId="1548950038" sldId="267"/>
        </pc:sldMkLst>
        <pc:spChg chg="mod">
          <ac:chgData name="Nagarajah Naveenan I.BSCICS_F25.2401" userId="39fafd65-e937-4ede-b4c1-e445b95d8cf6" providerId="ADAL" clId="{0D57B703-C253-46A1-9C7D-849B37915927}" dt="2026-03-31T13:21:59.979" v="53" actId="20577"/>
          <ac:spMkLst>
            <pc:docMk/>
            <pc:sldMk cId="1548950038" sldId="267"/>
            <ac:spMk id="7" creationId="{E082D729-6D3E-F71D-E48A-380B059FA681}"/>
          </ac:spMkLst>
        </pc:spChg>
      </pc:sldChg>
      <pc:sldChg chg="modTransition">
        <pc:chgData name="Nagarajah Naveenan I.BSCICS_F25.2401" userId="39fafd65-e937-4ede-b4c1-e445b95d8cf6" providerId="ADAL" clId="{0D57B703-C253-46A1-9C7D-849B37915927}" dt="2026-03-31T13:07:08.841" v="31"/>
        <pc:sldMkLst>
          <pc:docMk/>
          <pc:sldMk cId="2752838669" sldId="268"/>
        </pc:sldMkLst>
      </pc:sldChg>
    </pc:docChg>
  </pc:docChgLst>
  <pc:docChgLst>
    <pc:chgData name="Nussbaumer Marc I.BSCICS_F25.2401" userId="db0f9d96-1d77-4777-b5ad-5f734a6f76ce" providerId="ADAL" clId="{28D08C00-8B7A-5160-8214-A133870930A7}"/>
    <pc:docChg chg="undo custSel addSld delSld modSld sldOrd">
      <pc:chgData name="Nussbaumer Marc I.BSCICS_F25.2401" userId="db0f9d96-1d77-4777-b5ad-5f734a6f76ce" providerId="ADAL" clId="{28D08C00-8B7A-5160-8214-A133870930A7}" dt="2026-04-05T09:49:58.420" v="1155" actId="1038"/>
      <pc:docMkLst>
        <pc:docMk/>
      </pc:docMkLst>
      <pc:sldChg chg="addSp delSp modSp mod modTransition modAnim">
        <pc:chgData name="Nussbaumer Marc I.BSCICS_F25.2401" userId="db0f9d96-1d77-4777-b5ad-5f734a6f76ce" providerId="ADAL" clId="{28D08C00-8B7A-5160-8214-A133870930A7}" dt="2026-03-31T13:23:16.708" v="843"/>
        <pc:sldMkLst>
          <pc:docMk/>
          <pc:sldMk cId="69941899" sldId="257"/>
        </pc:sldMkLst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9941899" sldId="257"/>
            <ac:spMk id="2" creationId="{71B962E4-B33B-3824-EE1D-AFBAA84AECF7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9941899" sldId="257"/>
            <ac:spMk id="3" creationId="{AF5BDCDA-E6EF-5B52-3381-C97C953B4094}"/>
          </ac:spMkLst>
        </pc:spChg>
        <pc:spChg chg="add mod">
          <ac:chgData name="Nussbaumer Marc I.BSCICS_F25.2401" userId="db0f9d96-1d77-4777-b5ad-5f734a6f76ce" providerId="ADAL" clId="{28D08C00-8B7A-5160-8214-A133870930A7}" dt="2026-03-31T13:15:52.613" v="799" actId="1076"/>
          <ac:spMkLst>
            <pc:docMk/>
            <pc:sldMk cId="69941899" sldId="257"/>
            <ac:spMk id="5" creationId="{9FE55B30-5E10-38B6-F8E5-B1740EC39E97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9941899" sldId="257"/>
            <ac:spMk id="6" creationId="{19474DB1-DD0C-1F35-FF9A-BD28B23A7EFE}"/>
          </ac:spMkLst>
        </pc:spChg>
        <pc:picChg chg="add mod">
          <ac:chgData name="Nussbaumer Marc I.BSCICS_F25.2401" userId="db0f9d96-1d77-4777-b5ad-5f734a6f76ce" providerId="ADAL" clId="{28D08C00-8B7A-5160-8214-A133870930A7}" dt="2026-03-31T13:15:50.069" v="798" actId="1076"/>
          <ac:picMkLst>
            <pc:docMk/>
            <pc:sldMk cId="69941899" sldId="257"/>
            <ac:picMk id="4" creationId="{3FE0FFD5-6FC0-1417-E3FA-F921F69776E2}"/>
          </ac:picMkLst>
        </pc:picChg>
      </pc:sldChg>
      <pc:sldChg chg="addSp delSp modSp mod modTransition modAnim">
        <pc:chgData name="Nussbaumer Marc I.BSCICS_F25.2401" userId="db0f9d96-1d77-4777-b5ad-5f734a6f76ce" providerId="ADAL" clId="{28D08C00-8B7A-5160-8214-A133870930A7}" dt="2026-04-05T09:48:31.053" v="1104" actId="1035"/>
        <pc:sldMkLst>
          <pc:docMk/>
          <pc:sldMk cId="1924780510" sldId="258"/>
        </pc:sldMkLst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24780510" sldId="258"/>
            <ac:spMk id="3" creationId="{7B8A8B57-7A94-5E81-651F-B254705A63B2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24780510" sldId="258"/>
            <ac:spMk id="5" creationId="{7B58C7CF-FBFE-46D3-DD96-58A5E824198A}"/>
          </ac:spMkLst>
        </pc:spChg>
        <pc:spChg chg="mod">
          <ac:chgData name="Nussbaumer Marc I.BSCICS_F25.2401" userId="db0f9d96-1d77-4777-b5ad-5f734a6f76ce" providerId="ADAL" clId="{28D08C00-8B7A-5160-8214-A133870930A7}" dt="2026-03-31T12:21:25.443" v="199" actId="1076"/>
          <ac:spMkLst>
            <pc:docMk/>
            <pc:sldMk cId="1924780510" sldId="258"/>
            <ac:spMk id="6" creationId="{22288055-1672-1FDE-381A-2E7B0BE389FD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24780510" sldId="258"/>
            <ac:spMk id="7" creationId="{A2B426A7-B9CF-3044-0A39-E4518CC103A1}"/>
          </ac:spMkLst>
        </pc:spChg>
        <pc:spChg chg="add mod">
          <ac:chgData name="Nussbaumer Marc I.BSCICS_F25.2401" userId="db0f9d96-1d77-4777-b5ad-5f734a6f76ce" providerId="ADAL" clId="{28D08C00-8B7A-5160-8214-A133870930A7}" dt="2026-03-31T12:11:35.526" v="26" actId="1076"/>
          <ac:spMkLst>
            <pc:docMk/>
            <pc:sldMk cId="1924780510" sldId="258"/>
            <ac:spMk id="9" creationId="{7219A8F5-3E8B-4A2F-680C-B04EB48237D1}"/>
          </ac:spMkLst>
        </pc:spChg>
        <pc:spChg chg="add del mod">
          <ac:chgData name="Nussbaumer Marc I.BSCICS_F25.2401" userId="db0f9d96-1d77-4777-b5ad-5f734a6f76ce" providerId="ADAL" clId="{28D08C00-8B7A-5160-8214-A133870930A7}" dt="2026-03-31T12:41:11.382" v="512" actId="1076"/>
          <ac:spMkLst>
            <pc:docMk/>
            <pc:sldMk cId="1924780510" sldId="258"/>
            <ac:spMk id="11" creationId="{D379121D-BEFE-3EA4-087F-8487B468FC3E}"/>
          </ac:spMkLst>
        </pc:spChg>
        <pc:spChg chg="add mod">
          <ac:chgData name="Nussbaumer Marc I.BSCICS_F25.2401" userId="db0f9d96-1d77-4777-b5ad-5f734a6f76ce" providerId="ADAL" clId="{28D08C00-8B7A-5160-8214-A133870930A7}" dt="2026-03-31T12:25:29.394" v="465" actId="1076"/>
          <ac:spMkLst>
            <pc:docMk/>
            <pc:sldMk cId="1924780510" sldId="258"/>
            <ac:spMk id="12" creationId="{45470BC4-54E7-EBE9-ECB6-1C6B2D4624D6}"/>
          </ac:spMkLst>
        </pc:spChg>
        <pc:picChg chg="mod">
          <ac:chgData name="Nussbaumer Marc I.BSCICS_F25.2401" userId="db0f9d96-1d77-4777-b5ad-5f734a6f76ce" providerId="ADAL" clId="{28D08C00-8B7A-5160-8214-A133870930A7}" dt="2026-04-05T09:48:31.053" v="1104" actId="1035"/>
          <ac:picMkLst>
            <pc:docMk/>
            <pc:sldMk cId="1924780510" sldId="258"/>
            <ac:picMk id="4" creationId="{6113DEBC-5990-C280-BDA4-FDF69F76BA11}"/>
          </ac:picMkLst>
        </pc:picChg>
      </pc:sldChg>
      <pc:sldChg chg="addSp delSp modSp new mod modTransition modAnim">
        <pc:chgData name="Nussbaumer Marc I.BSCICS_F25.2401" userId="db0f9d96-1d77-4777-b5ad-5f734a6f76ce" providerId="ADAL" clId="{28D08C00-8B7A-5160-8214-A133870930A7}" dt="2026-04-02T19:10:43.535" v="1082"/>
        <pc:sldMkLst>
          <pc:docMk/>
          <pc:sldMk cId="654022219" sldId="259"/>
        </pc:sldMkLst>
        <pc:spChg chg="mod">
          <ac:chgData name="Nussbaumer Marc I.BSCICS_F25.2401" userId="db0f9d96-1d77-4777-b5ad-5f734a6f76ce" providerId="ADAL" clId="{28D08C00-8B7A-5160-8214-A133870930A7}" dt="2026-03-31T13:20:51.837" v="838" actId="1035"/>
          <ac:spMkLst>
            <pc:docMk/>
            <pc:sldMk cId="654022219" sldId="259"/>
            <ac:spMk id="6" creationId="{474B5AC5-03A2-2F92-9C3C-6E7555ED9528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54022219" sldId="259"/>
            <ac:spMk id="8" creationId="{7F9F05AB-A601-1402-8596-FCEC9A812879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54022219" sldId="259"/>
            <ac:spMk id="9" creationId="{D7A00F59-9E35-D46A-0BCD-7A69BEA2D813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654022219" sldId="259"/>
            <ac:spMk id="10" creationId="{3CF1D757-1B4D-8E1C-3D71-65ACC7615EBF}"/>
          </ac:spMkLst>
        </pc:spChg>
        <pc:picChg chg="add mod">
          <ac:chgData name="Nussbaumer Marc I.BSCICS_F25.2401" userId="db0f9d96-1d77-4777-b5ad-5f734a6f76ce" providerId="ADAL" clId="{28D08C00-8B7A-5160-8214-A133870930A7}" dt="2026-03-31T13:22:57.373" v="840" actId="14100"/>
          <ac:picMkLst>
            <pc:docMk/>
            <pc:sldMk cId="654022219" sldId="259"/>
            <ac:picMk id="4" creationId="{19595BFC-B305-9606-2C93-134BD08CB104}"/>
          </ac:picMkLst>
        </pc:picChg>
        <pc:picChg chg="mod">
          <ac:chgData name="Nussbaumer Marc I.BSCICS_F25.2401" userId="db0f9d96-1d77-4777-b5ad-5f734a6f76ce" providerId="ADAL" clId="{28D08C00-8B7A-5160-8214-A133870930A7}" dt="2026-03-31T13:20:51.837" v="838" actId="1035"/>
          <ac:picMkLst>
            <pc:docMk/>
            <pc:sldMk cId="654022219" sldId="259"/>
            <ac:picMk id="1028" creationId="{9DE5F3BB-69AD-EF63-499C-C35B9BC570E0}"/>
          </ac:picMkLst>
        </pc:picChg>
      </pc:sldChg>
      <pc:sldChg chg="addSp delSp modSp mod modTransition modAnim">
        <pc:chgData name="Nussbaumer Marc I.BSCICS_F25.2401" userId="db0f9d96-1d77-4777-b5ad-5f734a6f76ce" providerId="ADAL" clId="{28D08C00-8B7A-5160-8214-A133870930A7}" dt="2026-04-05T09:49:58.420" v="1155" actId="1038"/>
        <pc:sldMkLst>
          <pc:docMk/>
          <pc:sldMk cId="2369889364" sldId="260"/>
        </pc:sldMkLst>
        <pc:spChg chg="mod">
          <ac:chgData name="Nussbaumer Marc I.BSCICS_F25.2401" userId="db0f9d96-1d77-4777-b5ad-5f734a6f76ce" providerId="ADAL" clId="{28D08C00-8B7A-5160-8214-A133870930A7}" dt="2026-04-05T09:49:58.420" v="1155" actId="1038"/>
          <ac:spMkLst>
            <pc:docMk/>
            <pc:sldMk cId="2369889364" sldId="260"/>
            <ac:spMk id="7" creationId="{5C76B84A-D8F0-35A9-F37F-DE63CB8AE176}"/>
          </ac:spMkLst>
        </pc:spChg>
        <pc:spChg chg="add mod">
          <ac:chgData name="Nussbaumer Marc I.BSCICS_F25.2401" userId="db0f9d96-1d77-4777-b5ad-5f734a6f76ce" providerId="ADAL" clId="{28D08C00-8B7A-5160-8214-A133870930A7}" dt="2026-04-05T09:49:54.303" v="1153" actId="1037"/>
          <ac:spMkLst>
            <pc:docMk/>
            <pc:sldMk cId="2369889364" sldId="260"/>
            <ac:spMk id="12" creationId="{3C155DBF-295E-E969-6ED4-3156F11AE704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369889364" sldId="260"/>
            <ac:spMk id="14" creationId="{FEBE8346-701E-7D47-352C-929EC1D67396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369889364" sldId="260"/>
            <ac:spMk id="15" creationId="{926AB56B-81D3-37C6-2B96-7344D4854C4A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369889364" sldId="260"/>
            <ac:spMk id="16" creationId="{71FD7945-BF44-289A-94EB-811E9E52C26A}"/>
          </ac:spMkLst>
        </pc:spChg>
        <pc:picChg chg="add mod">
          <ac:chgData name="Nussbaumer Marc I.BSCICS_F25.2401" userId="db0f9d96-1d77-4777-b5ad-5f734a6f76ce" providerId="ADAL" clId="{28D08C00-8B7A-5160-8214-A133870930A7}" dt="2026-04-05T09:49:54.303" v="1153" actId="1037"/>
          <ac:picMkLst>
            <pc:docMk/>
            <pc:sldMk cId="2369889364" sldId="260"/>
            <ac:picMk id="8" creationId="{A0352BF3-937C-7F37-8AF4-E34A8C7FA653}"/>
          </ac:picMkLst>
        </pc:picChg>
        <pc:picChg chg="add del mod">
          <ac:chgData name="Nussbaumer Marc I.BSCICS_F25.2401" userId="db0f9d96-1d77-4777-b5ad-5f734a6f76ce" providerId="ADAL" clId="{28D08C00-8B7A-5160-8214-A133870930A7}" dt="2026-04-05T09:49:54.303" v="1153" actId="1037"/>
          <ac:picMkLst>
            <pc:docMk/>
            <pc:sldMk cId="2369889364" sldId="260"/>
            <ac:picMk id="9" creationId="{F18E0C0E-7D4A-A69E-B641-96800BA2D973}"/>
          </ac:picMkLst>
        </pc:picChg>
        <pc:picChg chg="add mod">
          <ac:chgData name="Nussbaumer Marc I.BSCICS_F25.2401" userId="db0f9d96-1d77-4777-b5ad-5f734a6f76ce" providerId="ADAL" clId="{28D08C00-8B7A-5160-8214-A133870930A7}" dt="2026-04-05T09:49:54.303" v="1153" actId="1037"/>
          <ac:picMkLst>
            <pc:docMk/>
            <pc:sldMk cId="2369889364" sldId="260"/>
            <ac:picMk id="11" creationId="{37BA7D90-68B7-8042-BB95-8403B7D9E378}"/>
          </ac:picMkLst>
        </pc:picChg>
      </pc:sldChg>
      <pc:sldChg chg="addSp delSp modSp new mod modTransition delAnim modAnim">
        <pc:chgData name="Nussbaumer Marc I.BSCICS_F25.2401" userId="db0f9d96-1d77-4777-b5ad-5f734a6f76ce" providerId="ADAL" clId="{28D08C00-8B7A-5160-8214-A133870930A7}" dt="2026-03-31T13:23:24.657" v="848"/>
        <pc:sldMkLst>
          <pc:docMk/>
          <pc:sldMk cId="1906151534" sldId="261"/>
        </pc:sldMkLst>
        <pc:spChg chg="mod">
          <ac:chgData name="Nussbaumer Marc I.BSCICS_F25.2401" userId="db0f9d96-1d77-4777-b5ad-5f734a6f76ce" providerId="ADAL" clId="{28D08C00-8B7A-5160-8214-A133870930A7}" dt="2026-03-31T13:17:32.841" v="813" actId="1076"/>
          <ac:spMkLst>
            <pc:docMk/>
            <pc:sldMk cId="1906151534" sldId="261"/>
            <ac:spMk id="2" creationId="{BCDF2AE4-A03A-C31D-F134-4DEAA4CDD599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06151534" sldId="261"/>
            <ac:spMk id="9" creationId="{BEE17A41-A4DD-890F-A23C-60B695D37320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06151534" sldId="261"/>
            <ac:spMk id="10" creationId="{01F6A934-B183-FEE4-89C2-CA096AF7E3D0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906151534" sldId="261"/>
            <ac:spMk id="11" creationId="{48E6675A-3263-69F7-C616-37017F9EC28B}"/>
          </ac:spMkLst>
        </pc:spChg>
        <pc:picChg chg="add mod">
          <ac:chgData name="Nussbaumer Marc I.BSCICS_F25.2401" userId="db0f9d96-1d77-4777-b5ad-5f734a6f76ce" providerId="ADAL" clId="{28D08C00-8B7A-5160-8214-A133870930A7}" dt="2026-03-31T13:17:56.263" v="817" actId="1076"/>
          <ac:picMkLst>
            <pc:docMk/>
            <pc:sldMk cId="1906151534" sldId="261"/>
            <ac:picMk id="4" creationId="{BBAAEFDC-ABDC-005C-4FE1-C85E91D25042}"/>
          </ac:picMkLst>
        </pc:picChg>
        <pc:picChg chg="add mod">
          <ac:chgData name="Nussbaumer Marc I.BSCICS_F25.2401" userId="db0f9d96-1d77-4777-b5ad-5f734a6f76ce" providerId="ADAL" clId="{28D08C00-8B7A-5160-8214-A133870930A7}" dt="2026-03-31T13:17:49.576" v="816" actId="1076"/>
          <ac:picMkLst>
            <pc:docMk/>
            <pc:sldMk cId="1906151534" sldId="261"/>
            <ac:picMk id="5" creationId="{8AB6F977-DAD6-08C8-591C-8D5ACE5AA31A}"/>
          </ac:picMkLst>
        </pc:picChg>
        <pc:picChg chg="add mod">
          <ac:chgData name="Nussbaumer Marc I.BSCICS_F25.2401" userId="db0f9d96-1d77-4777-b5ad-5f734a6f76ce" providerId="ADAL" clId="{28D08C00-8B7A-5160-8214-A133870930A7}" dt="2026-03-31T13:17:43.749" v="815" actId="1076"/>
          <ac:picMkLst>
            <pc:docMk/>
            <pc:sldMk cId="1906151534" sldId="261"/>
            <ac:picMk id="8" creationId="{65816211-997D-D082-D3B6-F5760BFD8E82}"/>
          </ac:picMkLst>
        </pc:picChg>
      </pc:sldChg>
      <pc:sldChg chg="addSp delSp modSp mod modTransition">
        <pc:chgData name="Nussbaumer Marc I.BSCICS_F25.2401" userId="db0f9d96-1d77-4777-b5ad-5f734a6f76ce" providerId="ADAL" clId="{28D08C00-8B7A-5160-8214-A133870930A7}" dt="2026-04-05T09:48:11.323" v="1086" actId="478"/>
        <pc:sldMkLst>
          <pc:docMk/>
          <pc:sldMk cId="1964834436" sldId="262"/>
        </pc:sldMkLst>
        <pc:spChg chg="add del mod">
          <ac:chgData name="Nussbaumer Marc I.BSCICS_F25.2401" userId="db0f9d96-1d77-4777-b5ad-5f734a6f76ce" providerId="ADAL" clId="{28D08C00-8B7A-5160-8214-A133870930A7}" dt="2026-04-05T09:48:11.323" v="1086" actId="478"/>
          <ac:spMkLst>
            <pc:docMk/>
            <pc:sldMk cId="1964834436" sldId="262"/>
            <ac:spMk id="5" creationId="{76BDB916-9E2E-3BCD-8AE2-A49C2B785822}"/>
          </ac:spMkLst>
        </pc:spChg>
        <pc:spChg chg="add del mod">
          <ac:chgData name="Nussbaumer Marc I.BSCICS_F25.2401" userId="db0f9d96-1d77-4777-b5ad-5f734a6f76ce" providerId="ADAL" clId="{28D08C00-8B7A-5160-8214-A133870930A7}" dt="2026-04-05T09:48:04.983" v="1084" actId="478"/>
          <ac:spMkLst>
            <pc:docMk/>
            <pc:sldMk cId="1964834436" sldId="262"/>
            <ac:spMk id="6" creationId="{0A7F776E-98ED-8039-8666-755018F49599}"/>
          </ac:spMkLst>
        </pc:spChg>
        <pc:spChg chg="add del mod">
          <ac:chgData name="Nussbaumer Marc I.BSCICS_F25.2401" userId="db0f9d96-1d77-4777-b5ad-5f734a6f76ce" providerId="ADAL" clId="{28D08C00-8B7A-5160-8214-A133870930A7}" dt="2026-04-05T09:48:07.783" v="1085" actId="478"/>
          <ac:spMkLst>
            <pc:docMk/>
            <pc:sldMk cId="1964834436" sldId="262"/>
            <ac:spMk id="7" creationId="{23D627CB-92CC-CE52-3A48-7D72F5630557}"/>
          </ac:spMkLst>
        </pc:spChg>
        <pc:picChg chg="mod">
          <ac:chgData name="Nussbaumer Marc I.BSCICS_F25.2401" userId="db0f9d96-1d77-4777-b5ad-5f734a6f76ce" providerId="ADAL" clId="{28D08C00-8B7A-5160-8214-A133870930A7}" dt="2026-03-31T13:18:43.472" v="827" actId="1076"/>
          <ac:picMkLst>
            <pc:docMk/>
            <pc:sldMk cId="1964834436" sldId="262"/>
            <ac:picMk id="4" creationId="{36CFB566-5AD7-EFFF-7697-B0ACAEE63F45}"/>
          </ac:picMkLst>
        </pc:picChg>
        <pc:picChg chg="mod">
          <ac:chgData name="Nussbaumer Marc I.BSCICS_F25.2401" userId="db0f9d96-1d77-4777-b5ad-5f734a6f76ce" providerId="ADAL" clId="{28D08C00-8B7A-5160-8214-A133870930A7}" dt="2026-03-31T13:18:28.832" v="821" actId="14100"/>
          <ac:picMkLst>
            <pc:docMk/>
            <pc:sldMk cId="1964834436" sldId="262"/>
            <ac:picMk id="1026" creationId="{2CC42CFB-4805-317C-3D6A-6D409B96BC34}"/>
          </ac:picMkLst>
        </pc:picChg>
      </pc:sldChg>
      <pc:sldChg chg="addSp delSp modSp new mod modTransition">
        <pc:chgData name="Nussbaumer Marc I.BSCICS_F25.2401" userId="db0f9d96-1d77-4777-b5ad-5f734a6f76ce" providerId="ADAL" clId="{28D08C00-8B7A-5160-8214-A133870930A7}" dt="2026-03-31T13:23:28.813" v="850"/>
        <pc:sldMkLst>
          <pc:docMk/>
          <pc:sldMk cId="3580386349" sldId="264"/>
        </pc:sldMkLst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3580386349" sldId="264"/>
            <ac:spMk id="5" creationId="{F6590765-224A-E949-A8A9-F50444A905FE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3580386349" sldId="264"/>
            <ac:spMk id="8" creationId="{84A31427-68C1-B7CA-2ADD-FC4DDA804FFF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3580386349" sldId="264"/>
            <ac:spMk id="9" creationId="{B8D45838-F371-57F6-F991-FA91BB238374}"/>
          </ac:spMkLst>
        </pc:spChg>
        <pc:picChg chg="add mod">
          <ac:chgData name="Nussbaumer Marc I.BSCICS_F25.2401" userId="db0f9d96-1d77-4777-b5ad-5f734a6f76ce" providerId="ADAL" clId="{28D08C00-8B7A-5160-8214-A133870930A7}" dt="2026-03-31T12:13:22.581" v="59" actId="1076"/>
          <ac:picMkLst>
            <pc:docMk/>
            <pc:sldMk cId="3580386349" sldId="264"/>
            <ac:picMk id="4" creationId="{9348E0F5-8DAF-C481-E302-5C3DEF07A521}"/>
          </ac:picMkLst>
        </pc:picChg>
      </pc:sldChg>
      <pc:sldChg chg="addSp modSp new mod modTransition">
        <pc:chgData name="Nussbaumer Marc I.BSCICS_F25.2401" userId="db0f9d96-1d77-4777-b5ad-5f734a6f76ce" providerId="ADAL" clId="{28D08C00-8B7A-5160-8214-A133870930A7}" dt="2026-04-02T19:03:02.233" v="992" actId="1036"/>
        <pc:sldMkLst>
          <pc:docMk/>
          <pc:sldMk cId="1548950038" sldId="267"/>
        </pc:sldMkLst>
        <pc:spChg chg="mod">
          <ac:chgData name="Nussbaumer Marc I.BSCICS_F25.2401" userId="db0f9d96-1d77-4777-b5ad-5f734a6f76ce" providerId="ADAL" clId="{28D08C00-8B7A-5160-8214-A133870930A7}" dt="2026-03-31T12:14:41.095" v="128" actId="20577"/>
          <ac:spMkLst>
            <pc:docMk/>
            <pc:sldMk cId="1548950038" sldId="267"/>
            <ac:spMk id="2" creationId="{5C20690E-D9B0-055C-0927-DCEAEAC830AC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548950038" sldId="267"/>
            <ac:spMk id="6" creationId="{481C257F-E4A1-B074-9E03-32AF2546B78E}"/>
          </ac:spMkLst>
        </pc:spChg>
        <pc:spChg chg="mod">
          <ac:chgData name="Nussbaumer Marc I.BSCICS_F25.2401" userId="db0f9d96-1d77-4777-b5ad-5f734a6f76ce" providerId="ADAL" clId="{28D08C00-8B7A-5160-8214-A133870930A7}" dt="2026-04-02T19:02:54.496" v="968" actId="20577"/>
          <ac:spMkLst>
            <pc:docMk/>
            <pc:sldMk cId="1548950038" sldId="267"/>
            <ac:spMk id="7" creationId="{E082D729-6D3E-F71D-E48A-380B059FA681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548950038" sldId="267"/>
            <ac:spMk id="8" creationId="{34AFDFC1-E7B5-DF55-0957-6995B51FC4CF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1548950038" sldId="267"/>
            <ac:spMk id="10" creationId="{6CE58EA6-66DF-23ED-D3DE-C4F0FDC920CD}"/>
          </ac:spMkLst>
        </pc:spChg>
        <pc:spChg chg="mod">
          <ac:chgData name="Nussbaumer Marc I.BSCICS_F25.2401" userId="db0f9d96-1d77-4777-b5ad-5f734a6f76ce" providerId="ADAL" clId="{28D08C00-8B7A-5160-8214-A133870930A7}" dt="2026-04-02T19:03:02.233" v="992" actId="1036"/>
          <ac:spMkLst>
            <pc:docMk/>
            <pc:sldMk cId="1548950038" sldId="267"/>
            <ac:spMk id="17" creationId="{5417A765-3BC6-F5EF-AD54-FD9DDACB60BB}"/>
          </ac:spMkLst>
        </pc:spChg>
        <pc:spChg chg="mod">
          <ac:chgData name="Nussbaumer Marc I.BSCICS_F25.2401" userId="db0f9d96-1d77-4777-b5ad-5f734a6f76ce" providerId="ADAL" clId="{28D08C00-8B7A-5160-8214-A133870930A7}" dt="2026-04-02T19:03:02.233" v="992" actId="1036"/>
          <ac:spMkLst>
            <pc:docMk/>
            <pc:sldMk cId="1548950038" sldId="267"/>
            <ac:spMk id="18" creationId="{8FC5EF9E-CE76-67EB-CB3A-7ECD057402A1}"/>
          </ac:spMkLst>
        </pc:spChg>
        <pc:spChg chg="mod">
          <ac:chgData name="Nussbaumer Marc I.BSCICS_F25.2401" userId="db0f9d96-1d77-4777-b5ad-5f734a6f76ce" providerId="ADAL" clId="{28D08C00-8B7A-5160-8214-A133870930A7}" dt="2026-04-02T19:03:02.233" v="992" actId="1036"/>
          <ac:spMkLst>
            <pc:docMk/>
            <pc:sldMk cId="1548950038" sldId="267"/>
            <ac:spMk id="19" creationId="{2804CAF8-BCC4-A1BA-292F-4DCE898F28F1}"/>
          </ac:spMkLst>
        </pc:spChg>
        <pc:picChg chg="mod">
          <ac:chgData name="Nussbaumer Marc I.BSCICS_F25.2401" userId="db0f9d96-1d77-4777-b5ad-5f734a6f76ce" providerId="ADAL" clId="{28D08C00-8B7A-5160-8214-A133870930A7}" dt="2026-04-02T19:03:02.233" v="992" actId="1036"/>
          <ac:picMkLst>
            <pc:docMk/>
            <pc:sldMk cId="1548950038" sldId="267"/>
            <ac:picMk id="12" creationId="{09A7F296-1F7A-F32D-14AA-DCF23BC97EFB}"/>
          </ac:picMkLst>
        </pc:picChg>
        <pc:picChg chg="mod">
          <ac:chgData name="Nussbaumer Marc I.BSCICS_F25.2401" userId="db0f9d96-1d77-4777-b5ad-5f734a6f76ce" providerId="ADAL" clId="{28D08C00-8B7A-5160-8214-A133870930A7}" dt="2026-04-02T19:03:02.233" v="992" actId="1036"/>
          <ac:picMkLst>
            <pc:docMk/>
            <pc:sldMk cId="1548950038" sldId="267"/>
            <ac:picMk id="14" creationId="{499CD814-B9F5-0814-00DC-021A65570928}"/>
          </ac:picMkLst>
        </pc:picChg>
        <pc:picChg chg="mod">
          <ac:chgData name="Nussbaumer Marc I.BSCICS_F25.2401" userId="db0f9d96-1d77-4777-b5ad-5f734a6f76ce" providerId="ADAL" clId="{28D08C00-8B7A-5160-8214-A133870930A7}" dt="2026-04-02T19:03:02.233" v="992" actId="1036"/>
          <ac:picMkLst>
            <pc:docMk/>
            <pc:sldMk cId="1548950038" sldId="267"/>
            <ac:picMk id="16" creationId="{D97F5C84-2830-2F24-EF22-C5BF37A7F9B2}"/>
          </ac:picMkLst>
        </pc:picChg>
      </pc:sldChg>
      <pc:sldChg chg="addSp delSp modSp mod modTransition">
        <pc:chgData name="Nussbaumer Marc I.BSCICS_F25.2401" userId="db0f9d96-1d77-4777-b5ad-5f734a6f76ce" providerId="ADAL" clId="{28D08C00-8B7A-5160-8214-A133870930A7}" dt="2026-03-31T13:27:21.842" v="959" actId="1036"/>
        <pc:sldMkLst>
          <pc:docMk/>
          <pc:sldMk cId="2752838669" sldId="268"/>
        </pc:sldMkLst>
        <pc:spChg chg="mod">
          <ac:chgData name="Nussbaumer Marc I.BSCICS_F25.2401" userId="db0f9d96-1d77-4777-b5ad-5f734a6f76ce" providerId="ADAL" clId="{28D08C00-8B7A-5160-8214-A133870930A7}" dt="2026-03-31T13:27:19.993" v="956" actId="1036"/>
          <ac:spMkLst>
            <pc:docMk/>
            <pc:sldMk cId="2752838669" sldId="268"/>
            <ac:spMk id="2" creationId="{2D4C8D60-358A-637D-C7FF-22E7EDEE6927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752838669" sldId="268"/>
            <ac:spMk id="4" creationId="{38376CF1-1415-354D-0630-348542E54B59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752838669" sldId="268"/>
            <ac:spMk id="8" creationId="{625BF6ED-07CE-C6C2-5708-C4262E2F249B}"/>
          </ac:spMkLst>
        </pc:spChg>
        <pc:spChg chg="add mod">
          <ac:chgData name="Nussbaumer Marc I.BSCICS_F25.2401" userId="db0f9d96-1d77-4777-b5ad-5f734a6f76ce" providerId="ADAL" clId="{28D08C00-8B7A-5160-8214-A133870930A7}" dt="2026-03-31T13:15:30.558" v="795"/>
          <ac:spMkLst>
            <pc:docMk/>
            <pc:sldMk cId="2752838669" sldId="268"/>
            <ac:spMk id="10" creationId="{A8D7D4D3-019E-03C3-A2A7-CC17ED463017}"/>
          </ac:spMkLst>
        </pc:spChg>
        <pc:spChg chg="add mod">
          <ac:chgData name="Nussbaumer Marc I.BSCICS_F25.2401" userId="db0f9d96-1d77-4777-b5ad-5f734a6f76ce" providerId="ADAL" clId="{28D08C00-8B7A-5160-8214-A133870930A7}" dt="2026-03-31T13:27:17.450" v="953" actId="1036"/>
          <ac:spMkLst>
            <pc:docMk/>
            <pc:sldMk cId="2752838669" sldId="268"/>
            <ac:spMk id="11" creationId="{EC45A259-BE20-1295-AE78-76CFDBE26402}"/>
          </ac:spMkLst>
        </pc:spChg>
        <pc:spChg chg="add mod">
          <ac:chgData name="Nussbaumer Marc I.BSCICS_F25.2401" userId="db0f9d96-1d77-4777-b5ad-5f734a6f76ce" providerId="ADAL" clId="{28D08C00-8B7A-5160-8214-A133870930A7}" dt="2026-03-31T13:27:17.450" v="953" actId="1036"/>
          <ac:spMkLst>
            <pc:docMk/>
            <pc:sldMk cId="2752838669" sldId="268"/>
            <ac:spMk id="12" creationId="{8F2A7CAD-448D-99EF-A4F5-DAB42E690B48}"/>
          </ac:spMkLst>
        </pc:spChg>
        <pc:spChg chg="add mod">
          <ac:chgData name="Nussbaumer Marc I.BSCICS_F25.2401" userId="db0f9d96-1d77-4777-b5ad-5f734a6f76ce" providerId="ADAL" clId="{28D08C00-8B7A-5160-8214-A133870930A7}" dt="2026-03-31T13:27:17.450" v="953" actId="1036"/>
          <ac:spMkLst>
            <pc:docMk/>
            <pc:sldMk cId="2752838669" sldId="268"/>
            <ac:spMk id="13" creationId="{CBA3783D-D366-9AB7-247A-5B4A4249FE3F}"/>
          </ac:spMkLst>
        </pc:spChg>
        <pc:picChg chg="mod">
          <ac:chgData name="Nussbaumer Marc I.BSCICS_F25.2401" userId="db0f9d96-1d77-4777-b5ad-5f734a6f76ce" providerId="ADAL" clId="{28D08C00-8B7A-5160-8214-A133870930A7}" dt="2026-03-31T13:27:17.450" v="953" actId="1036"/>
          <ac:picMkLst>
            <pc:docMk/>
            <pc:sldMk cId="2752838669" sldId="268"/>
            <ac:picMk id="5" creationId="{2A3E18AC-50E8-DBB2-2AE0-E9A7C30154A0}"/>
          </ac:picMkLst>
        </pc:picChg>
        <pc:picChg chg="mod">
          <ac:chgData name="Nussbaumer Marc I.BSCICS_F25.2401" userId="db0f9d96-1d77-4777-b5ad-5f734a6f76ce" providerId="ADAL" clId="{28D08C00-8B7A-5160-8214-A133870930A7}" dt="2026-03-31T13:27:17.450" v="953" actId="1036"/>
          <ac:picMkLst>
            <pc:docMk/>
            <pc:sldMk cId="2752838669" sldId="268"/>
            <ac:picMk id="6" creationId="{2A8CEF00-4864-2B6E-74F9-CC2DC90B6066}"/>
          </ac:picMkLst>
        </pc:picChg>
        <pc:picChg chg="mod">
          <ac:chgData name="Nussbaumer Marc I.BSCICS_F25.2401" userId="db0f9d96-1d77-4777-b5ad-5f734a6f76ce" providerId="ADAL" clId="{28D08C00-8B7A-5160-8214-A133870930A7}" dt="2026-03-31T13:27:21.842" v="959" actId="1036"/>
          <ac:picMkLst>
            <pc:docMk/>
            <pc:sldMk cId="2752838669" sldId="268"/>
            <ac:picMk id="7" creationId="{85663B46-BF79-3CD0-9999-480BADCCD61B}"/>
          </ac:picMkLst>
        </pc:picChg>
        <pc:picChg chg="mod">
          <ac:chgData name="Nussbaumer Marc I.BSCICS_F25.2401" userId="db0f9d96-1d77-4777-b5ad-5f734a6f76ce" providerId="ADAL" clId="{28D08C00-8B7A-5160-8214-A133870930A7}" dt="2026-03-31T13:27:17.450" v="953" actId="1036"/>
          <ac:picMkLst>
            <pc:docMk/>
            <pc:sldMk cId="2752838669" sldId="268"/>
            <ac:picMk id="9" creationId="{DB3DB1DA-F2F9-093A-5356-7DA3C8F37BAF}"/>
          </ac:picMkLst>
        </pc:picChg>
      </pc:sldChg>
      <pc:sldChg chg="addSp delSp modSp new mod ord setBg">
        <pc:chgData name="Nussbaumer Marc I.BSCICS_F25.2401" userId="db0f9d96-1d77-4777-b5ad-5f734a6f76ce" providerId="ADAL" clId="{28D08C00-8B7A-5160-8214-A133870930A7}" dt="2026-04-02T19:09:42.485" v="1079" actId="1076"/>
        <pc:sldMkLst>
          <pc:docMk/>
          <pc:sldMk cId="1592070167" sldId="270"/>
        </pc:sldMkLst>
        <pc:spChg chg="add mod">
          <ac:chgData name="Nussbaumer Marc I.BSCICS_F25.2401" userId="db0f9d96-1d77-4777-b5ad-5f734a6f76ce" providerId="ADAL" clId="{28D08C00-8B7A-5160-8214-A133870930A7}" dt="2026-04-02T19:09:42.485" v="1079" actId="1076"/>
          <ac:spMkLst>
            <pc:docMk/>
            <pc:sldMk cId="1592070167" sldId="270"/>
            <ac:spMk id="8" creationId="{BEA37B63-3ABD-6EBD-25DB-65211CFA9482}"/>
          </ac:spMkLst>
        </pc:spChg>
        <pc:spChg chg="add">
          <ac:chgData name="Nussbaumer Marc I.BSCICS_F25.2401" userId="db0f9d96-1d77-4777-b5ad-5f734a6f76ce" providerId="ADAL" clId="{28D08C00-8B7A-5160-8214-A133870930A7}" dt="2026-04-02T19:07:15.633" v="994" actId="26606"/>
          <ac:spMkLst>
            <pc:docMk/>
            <pc:sldMk cId="1592070167" sldId="270"/>
            <ac:spMk id="12" creationId="{42A4FC2C-047E-45A5-965D-8E1E3BF09BC6}"/>
          </ac:spMkLst>
        </pc:spChg>
        <pc:picChg chg="add mod ord">
          <ac:chgData name="Nussbaumer Marc I.BSCICS_F25.2401" userId="db0f9d96-1d77-4777-b5ad-5f734a6f76ce" providerId="ADAL" clId="{28D08C00-8B7A-5160-8214-A133870930A7}" dt="2026-04-02T19:09:35.484" v="1077" actId="1076"/>
          <ac:picMkLst>
            <pc:docMk/>
            <pc:sldMk cId="1592070167" sldId="270"/>
            <ac:picMk id="7" creationId="{B41864FA-D668-4C88-2B04-3AA784EE5D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D534-D559-414F-9181-EA5A349A8E7B}" type="datetimeFigureOut">
              <a:rPr lang="en-CH" smtClean="0"/>
              <a:t>05.04.2026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F92DD-BD2E-454C-A406-78B9CA79EC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736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5715-E945-B0B6-0127-890B3B74C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297BB-FC3B-1D94-4E3D-DB9AB55BD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06C9-BAA8-D8ED-20E4-270A0B5A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25AB-C380-CE40-904F-B23140D18D08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DFAC1-DC6C-096B-3EA5-F19AA832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BBA13-B856-8B0D-68B6-33CED266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0715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6E97-0300-A897-A9E9-394E5FE6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63433-7BB6-3BBD-2E8C-8ABC970E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60D9-48A9-4459-AED1-BF816B65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59AB4-DB87-4741-9050-27D3D8EBDF77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724F3-13F4-FEFB-EE8E-389DEE98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2243F-B840-1B34-AED1-9C5834F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58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DF07-7810-270E-2745-4F8300D07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03284-D5EA-50E4-4646-EA1A365F7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327C7-1C39-5A40-BEC7-E0E60627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4C6A8-72CE-C843-AED7-7E4FBF1E0662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8EF8-7F4E-0A67-BE28-205C8827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FF65E-1374-E14C-4D0F-76273627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920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75E2-2A37-E5DD-A3E7-5D0CEE7F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4765-B339-FEDE-AA11-A8DD4592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342C5-B2BF-02CA-E1C9-D77F0D37B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F036F-AB1D-B759-E623-5E0A123DC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2D1E-9D8E-AC4B-A9ED-1A96412A8B13}" type="datetime1">
              <a:rPr lang="de-CH" smtClean="0"/>
              <a:t>05.04.26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9B628-62A0-8F43-5A54-8DF7A137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10484-97B0-EE8B-7278-18296D6A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458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3F42-A6E0-C76B-15EB-42501B0F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7CDB3-0BC9-7158-5FD8-E91BE771D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20764-1878-D0F5-0DC1-B50749CCF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7931F-78B5-36D6-6F1E-E4F8763CA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D98798-3CEA-D21E-2D87-C72F5C934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13663-959C-595D-D700-290894F4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10B0-C9AD-1D4E-A2D4-9A2F540DE12B}" type="datetime1">
              <a:rPr lang="de-CH" smtClean="0"/>
              <a:t>05.04.26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D164F-5886-4E6F-B0B8-0F0C5AE9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3C7658-C28E-3016-D30F-EC9CA9DC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9069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17FF-2ED4-2C44-2558-146F407B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48599-73BA-8150-8B26-6E33C184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C7305-C6E3-3947-833D-0017888D1851}" type="datetime1">
              <a:rPr lang="de-CH" smtClean="0"/>
              <a:t>05.04.26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70814-508E-5DC5-5E04-50F810F4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74640-1151-026D-AB45-4FD9E5D9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13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09DDB-D9E0-00D9-AA1E-1F074743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BF9D-A89C-9A4C-B10D-43F41A69EFCE}" type="datetime1">
              <a:rPr lang="de-CH" smtClean="0"/>
              <a:t>05.04.26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BEFA5-C9C7-494D-3861-EEF26D23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DD8BE-285F-800A-A9EA-795BD709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4432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68F3-4A18-6450-D7E8-7B7CDB14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6E6A1-980D-F1C6-42D9-A42219A8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376C9-8906-D6C8-85BD-34D864D8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12503-4599-6E9A-02FB-43991EB4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8C6F-403C-7544-986F-335B6EFA1E3B}" type="datetime1">
              <a:rPr lang="de-CH" smtClean="0"/>
              <a:t>05.04.26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DE475-23E1-BEA0-D98C-6CEB88F7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86ACC-F431-D124-B1A8-FC417A26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729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D8D3-77F4-0885-833B-1979560B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9F942-2B99-7E22-9BEE-F8C407DE1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D92F9-08F4-2FCF-269F-4CDBC3CFC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78783-2D9D-B3F7-5B01-381D8F4E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33ED-B52D-C842-A094-AE8030774531}" type="datetime1">
              <a:rPr lang="de-CH" smtClean="0"/>
              <a:t>05.04.26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63367-115F-78FC-8AB9-5398ED14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683D9-264A-2982-4466-5DAB2D47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9001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51E2-1605-F86C-193F-5B8B0FF2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8D809-9406-0FA5-D2B7-6EDEBE3C8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CA13-41F6-875B-8F2A-21A9E5BB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0788D-3EDA-7B45-8878-9DDC2CF4DD5F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5271B-DD8E-E1AA-C2B5-ABAD5644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F6D2-0B63-88BA-4AEC-104CF938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174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02EB7-CED7-020C-5C9E-B0E94FB2B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452D3-A650-4152-0E80-E063F34A0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1EA83-9363-1FD3-2485-98FBA8AE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A92C-4245-224B-A103-F096924C020F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EEEE-D639-E752-A9E2-4147C1B5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66137-43C3-2430-F3E8-63604E3F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039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BBD71-173B-8BA9-3BA8-FDF22333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D706-78B4-732B-3965-C888D35A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D1164-7E22-711E-C152-B14EB6AA4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3608E-E133-5443-BD24-BE70E1C4DC3D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18AC-0CC0-FC73-63C3-EE11F0509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D3D0-EF32-C1F8-0180-FEC95D028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C30F0-EDEA-DB4C-9C1F-0977798ACA2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23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hslu.ch/informatik/wp-content/blogs.dir/632/files/sites/3/IMG_2792.jpe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1864FA-D668-4C88-2B04-3AA784EE5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37B63-3ABD-6EBD-25DB-65211CFA9482}"/>
              </a:ext>
            </a:extLst>
          </p:cNvPr>
          <p:cNvSpPr txBox="1"/>
          <p:nvPr/>
        </p:nvSpPr>
        <p:spPr>
          <a:xfrm>
            <a:off x="4817328" y="5531004"/>
            <a:ext cx="4650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>
                <a:solidFill>
                  <a:schemeClr val="bg1"/>
                </a:solidFill>
              </a:rPr>
              <a:t>OSINT – Praktische Anwendung für Aufdeckung von PII</a:t>
            </a:r>
          </a:p>
        </p:txBody>
      </p:sp>
    </p:spTree>
    <p:extLst>
      <p:ext uri="{BB962C8B-B14F-4D97-AF65-F5344CB8AC3E}">
        <p14:creationId xmlns:p14="http://schemas.microsoft.com/office/powerpoint/2010/main" val="159207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FE0FFD5-6FC0-1417-E3FA-F921F69776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494" y="370971"/>
            <a:ext cx="6459009" cy="48446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E55B30-5E10-38B6-F8E5-B1740EC39E97}"/>
              </a:ext>
            </a:extLst>
          </p:cNvPr>
          <p:cNvSpPr txBox="1"/>
          <p:nvPr/>
        </p:nvSpPr>
        <p:spPr>
          <a:xfrm>
            <a:off x="1181098" y="5324313"/>
            <a:ext cx="982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URL: </a:t>
            </a:r>
            <a:r>
              <a:rPr lang="en-GB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https://hub.hslu.ch/informatik/wp-content/blogs.dir/632/files/sites/3/IMG_2792.jpeg</a:t>
            </a:r>
            <a:endParaRPr lang="en-CH" sz="2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Dateiname: </a:t>
            </a:r>
            <a:r>
              <a:rPr lang="de-CH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IMG_2792.jpeg</a:t>
            </a:r>
            <a:endParaRPr lang="en-CH" sz="2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Dateihash SHA256: </a:t>
            </a:r>
            <a:r>
              <a:rPr lang="de-CH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696cf8556f94eba1e61f89b498a358a6c4258104889435b20cf26ae0dda45fe0</a:t>
            </a:r>
            <a:endParaRPr lang="en-CH" sz="2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962E4-B33B-3824-EE1D-AFBAA84A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EEFAA-E64D-D540-A86D-95A7B73F2057}" type="datetime1">
              <a:rPr lang="de-CH" smtClean="0"/>
              <a:t>05.04.26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BDCDA-E6EF-5B52-3381-C97C953B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74DB1-DD0C-1F35-FF9A-BD28B23A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994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7C83D72-DC5A-383D-7DB4-00FF34EC3E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3DEBC-5990-C280-BDA4-FDF69F76BA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69" t="5629" r="6096" b="11694"/>
          <a:stretch>
            <a:fillRect/>
          </a:stretch>
        </p:blipFill>
        <p:spPr bwMode="auto">
          <a:xfrm>
            <a:off x="4652211" y="1707443"/>
            <a:ext cx="7096248" cy="45607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2288055-1672-1FDE-381A-2E7B0BE389FD}"/>
              </a:ext>
            </a:extLst>
          </p:cNvPr>
          <p:cNvSpPr txBox="1"/>
          <p:nvPr/>
        </p:nvSpPr>
        <p:spPr>
          <a:xfrm>
            <a:off x="3187051" y="300350"/>
            <a:ext cx="6294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/>
              <a:t>Analyse der Metadaten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9A8F5-3E8B-4A2F-680C-B04EB48237D1}"/>
              </a:ext>
            </a:extLst>
          </p:cNvPr>
          <p:cNvSpPr txBox="1"/>
          <p:nvPr/>
        </p:nvSpPr>
        <p:spPr>
          <a:xfrm>
            <a:off x="525922" y="314232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de-CH" sz="1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Camera</a:t>
            </a:r>
            <a:r>
              <a:rPr lang="de-CH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Model Name: 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iPhone 16 Pro</a:t>
            </a:r>
            <a:endParaRPr lang="en-CH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de-CH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Date: 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2026:03:06 17:19:56</a:t>
            </a:r>
            <a:endParaRPr lang="en-CH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de-CH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GPS Latitude: 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47 </a:t>
            </a:r>
            <a:r>
              <a:rPr lang="de-CH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8' 35.93" N</a:t>
            </a:r>
            <a:endParaRPr lang="en-CH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de-CH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GPS </a:t>
            </a:r>
            <a:r>
              <a:rPr lang="de-CH" sz="1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Longitude</a:t>
            </a:r>
            <a:r>
              <a:rPr lang="de-CH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</a:t>
            </a:r>
            <a:r>
              <a:rPr lang="de-CH" sz="1800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de-CH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25' 58.60" E</a:t>
            </a:r>
            <a:endParaRPr lang="en-CH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9121D-BEFE-3EA4-087F-8487B468FC3E}"/>
              </a:ext>
            </a:extLst>
          </p:cNvPr>
          <p:cNvSpPr txBox="1"/>
          <p:nvPr/>
        </p:nvSpPr>
        <p:spPr>
          <a:xfrm>
            <a:off x="1081381" y="2444634"/>
            <a:ext cx="10505348" cy="4468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kern="0">
                <a:solidFill>
                  <a:srgbClr val="000000"/>
                </a:solidFill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root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@macbook-air-1 OSINT %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exiftool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IMG_2792.jpeg 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ExifTool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Version Number         : 13.36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Name                       : IMG_2792.jpeg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Directory                       : .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Size                       : 473 kB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Modification Date/Time     : 2026:03:21 15:31:41+01:00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Access Date/Time           : 2026:03:21 15:32:35+01:00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Inode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Change Date/Time     : 2026:03:21 15:32:33+01:00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Permissions                : -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rw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-r--r--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Type                       : JPEG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File Type Extension             : jpg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MIME Type                       : image/jpeg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JFIF Version                    : 1.01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 Byte Order                 : Big-endian (Motorola, MM)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Make                            : Apple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Camera Model Name               : iPhone 16 Pro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Orientation                     : Horizontal (normal)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X Resolution                    : 72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Y Resolution                    : 72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Resolution Unit                 : inches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Software                        : 26.3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Modify Date                     : 2026:03:06 17:19:56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Host Computer                   : iPhone 16 Pro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Tile Width                      : 512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Tile Length                     : 512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Y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Cb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Cr Positioning             :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Centered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Exposure Time                   : 1/30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 Number                        : 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Exposure Program                : Program AE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ISO                             : 640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 Version                    : 0232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Date/Time Original              : 2026:03:06 17:19:56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 Date                     : 2026:03:06 17:19:56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Offset Time                     : 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Offset Time Original            : 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Offset Time Digitized           : 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Components Configuration        : Y,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Cb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, Cr, -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Shutter Speed Value             : 1/30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Aperture Value                  : 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Brightness Value                : 0.8687238296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Exposure Compensation           : 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Metering Mode                   : Spot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Flash                           : Off, Did not fire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Focal Length                    : 15.7 mm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Subject Area                    : 2375 1349 752 756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Maker Note Version              : 16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 Time Flags                  : Valid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 Time Value                  : 89313365583791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 Time Scale                  : 1000000000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 Time Epoch                  : 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AE Stable                       : Yes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AE Target                       : 194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AE Average                      : 178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AF Stable                       : Yes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Acceleration Vector             : -0.9866973169 0.01503637992 -0.1990106403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Focus Distance Range            : 0.31 - 1.05 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Image Capture Type              : Scene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Live Photo Video Index          : 2151688244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Luminance Noise Amplitude       : 0.02520384637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Photos App Feature Flags        : 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HDR Headroom                    : 1.00999999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AF Performance                  : 429 1 12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Signal To Noise Ratio           : 22.36657143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Photo Identifier                : A682D3D6-4DDB-4F3D-96A0-FFA57B37DD89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Temperature               : 2703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Camera Type                     : Back Normal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Focus Position                  : 107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HDR Gain                        : 0.6753929261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AF Measured Depth               : 996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AF Confidence                   : 100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Sub Sec Time Original           : 718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Sub Sec Time Digitized          : 718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Flashpix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Version                : 0100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Space                     : Uncalibrated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 Image Width                : 4032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Exif Image Height               : 3024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Sensing Method                  : One-chip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area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Scene Type                      : Directly photographed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Custom Rendered                 : Portrait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Exposure</a:t>
            </a: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Mode                   : Auto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White Balance                   : Auto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Focal Length In 35mm Format     : 120 mm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Scene Capture Type              : Standard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Lens Info                       : 2.220000029-15.65999985mm f/2.2-2.8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Lens Make                       : Apple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Lens Model                      : iPhone 16 Pro back triple camera 15.66mm f/2.8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Composite Image                 : General Composite Image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Latitude Ref                : North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Longitude Ref               : East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Altitude Ref                : Above Sea Level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Time Stamp                  : 16:19:50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Speed Ref                   : km/h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Speed                       : 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Direction Ref           : True North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Direction               : 197.0987472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Dest Bearing Ref            : True North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Dest Bearing                : 197.0987472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Date Stamp                  : 2026:03:06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Horizontal Positioning Error: 13.12772189 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CMM Type                : Apple Computer Inc.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Version                 : 4.0.0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Class                   : Display Device Profile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Space Data                : RGB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Connection Space        : XYZ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Date Time               : 2022:01:01 00:00:00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File Signature          :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acsp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Primary Platform                : Apple Computer Inc.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CMM Flags                       : Not Embedded, Independent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Device Manufacturer             : Apple Computer Inc.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Device Model                    : 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Device Attributes               : Reflective, Glossy, Positive,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Rendering Intent                : Perceptual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Connection Space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Illuminant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 : 0.9642 1 0.82491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Creator                 : Apple Computer Inc.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ID                      : 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Description             : Display P3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Profile Copyright               : Copyright Apple Inc., 2022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Media White Point               : 0.96419 1 0.82489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Red Matrix Column               : 0.51512 0.2412 -0.00105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Green Matrix Column             : 0.29198 0.69225 0.04189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Blue Matrix Column              : 0.1571 0.06657 0.78407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Red Tone Reproduction Curve     : (Binary data 32 bytes, use -b option to extract)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Chromatic Adaptation            : 1.04788 0.02292 -0.0502 0.02959 0.99048 -0.01706 -0.00923 0.01508 0.75168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Blue Tone Reproduction Curve    : (Binary data 32 bytes, use -b option to extract)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Green Tone Reproduction Curve   : (Binary data 32 bytes, use -b option to extract)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XMP Toolkit                     : XMP Core 6.0.0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Creator Tool                    : 26.3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Date Created                    : 2026:03:06 17:19:56.718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Image Width                     : 2048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Image Height                    : 1536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Encoding Process                : Baseline DCT, Huffman coding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Bits Per Sample                 : 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Components                : 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Y Cb Cr </a:t>
            </a:r>
            <a:r>
              <a:rPr lang="fr-CH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Sub</a:t>
            </a: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Sampling            : YCbCr4:2:0 (2 2)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 Time Since Power Up         : 24:48:33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Aperture                        : 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Image Size                      : 2048x1536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H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Megapixels</a:t>
            </a:r>
            <a:r>
              <a:rPr lang="fr-CH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: 3.1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Scale Factor To 35 mm Equivalent: 7.7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Shutter Speed                   : 1/30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Create Date                     : 2026:03:06 17:19:56.718+01:00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Date/Time Original              : 2026:03:06 17:19:56.718+01:00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Modify Date                     : 2026:03:06 17:19:56+01:00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Altitude                    : 429.4 m Above Sea Level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Date/Time                   : 2026:03:06 16:19:50Z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Latitude                    : 47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8' 35.93" N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Longitude                   : 8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25' 58.60" 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Circle Of Confusion             : 0.004 mm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Field Of View                   : 17.1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Focal Length                    : 15.7 mm (35 mm equivalent: 120.0 mm)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GPS Position                    : 47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8' 35.93" N, 8 </a:t>
            </a:r>
            <a:r>
              <a:rPr lang="en-GB" sz="1800" kern="0" err="1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deg</a:t>
            </a: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25' 58.60" E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Hyperfocal Distance             : 22.34 m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Light Value                     : 5.2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0">
                <a:solidFill>
                  <a:srgbClr val="000000"/>
                </a:solidFill>
                <a:effectLst/>
                <a:latin typeface="Menlo" panose="020B060903080402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Lens ID                         : iPhone 16 Pro back triple camera 15.66mm f/2.8</a:t>
            </a:r>
            <a:endParaRPr lang="en-CH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470BC4-54E7-EBE9-ECB6-1C6B2D4624D6}"/>
              </a:ext>
            </a:extLst>
          </p:cNvPr>
          <p:cNvSpPr txBox="1"/>
          <p:nvPr/>
        </p:nvSpPr>
        <p:spPr>
          <a:xfrm>
            <a:off x="1838325" y="1241463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800" err="1">
                <a:solidFill>
                  <a:srgbClr val="33FF33"/>
                </a:solidFill>
                <a:latin typeface="Lucida Console" panose="020B0609040504020204" pitchFamily="49" charset="0"/>
              </a:rPr>
              <a:t>root@localhost</a:t>
            </a:r>
            <a:r>
              <a:rPr lang="de-CH" sz="2800">
                <a:solidFill>
                  <a:srgbClr val="33FF33"/>
                </a:solidFill>
                <a:latin typeface="Lucida Console" panose="020B0609040504020204" pitchFamily="49" charset="0"/>
              </a:rPr>
              <a:t>:~#</a:t>
            </a:r>
            <a:endParaRPr lang="en-CH" sz="2800">
              <a:solidFill>
                <a:srgbClr val="33FF33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A8B57-7A94-5E81-651F-B254705A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EBE6-BE9B-7340-B6CA-6D671136CD06}" type="datetime1">
              <a:rPr lang="de-CH" smtClean="0"/>
              <a:t>05.04.26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8C7CF-FBFE-46D3-DD96-58A5E824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426A7-B9CF-3044-0A39-E4518CC1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3</a:t>
            </a:fld>
            <a:endParaRPr lang="en-CH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BBB1D15-1F80-F3AF-54A6-8EE03A033C8D}"/>
              </a:ext>
            </a:extLst>
          </p:cNvPr>
          <p:cNvSpPr txBox="1"/>
          <p:nvPr/>
        </p:nvSpPr>
        <p:spPr>
          <a:xfrm>
            <a:off x="5603805" y="1209712"/>
            <a:ext cx="4930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err="1">
                <a:solidFill>
                  <a:srgbClr val="33FF33"/>
                </a:solidFill>
                <a:latin typeface="Lucida Console" panose="020B0609040504020204" pitchFamily="49" charset="0"/>
              </a:rPr>
              <a:t>exiftool</a:t>
            </a:r>
            <a:r>
              <a:rPr lang="de-CH" sz="2800">
                <a:solidFill>
                  <a:srgbClr val="33FF33"/>
                </a:solidFill>
                <a:latin typeface="Lucida Console" panose="020B0609040504020204" pitchFamily="49" charset="0"/>
              </a:rPr>
              <a:t> IMG_2792.jpeg 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A6B59E3-24F1-2E4D-2318-E8DB47846DE3}"/>
              </a:ext>
            </a:extLst>
          </p:cNvPr>
          <p:cNvCxnSpPr>
            <a:cxnSpLocks/>
          </p:cNvCxnSpPr>
          <p:nvPr/>
        </p:nvCxnSpPr>
        <p:spPr>
          <a:xfrm>
            <a:off x="10534650" y="1644650"/>
            <a:ext cx="381000" cy="0"/>
          </a:xfrm>
          <a:prstGeom prst="line">
            <a:avLst/>
          </a:prstGeom>
          <a:ln>
            <a:solidFill>
              <a:srgbClr val="33F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78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1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1"/>
                            </p:stCondLst>
                            <p:childTnLst>
                              <p:par>
                                <p:cTn id="1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33333E-6 L -0.00039 -5.90254 " pathEditMode="relative" rAng="0" ptsTypes="AA">
                                      <p:cBhvr>
                                        <p:cTn id="39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9513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/>
      <p:bldP spid="6" grpId="1"/>
      <p:bldP spid="9" grpId="0"/>
      <p:bldP spid="11" grpId="0"/>
      <p:bldP spid="11" grpId="1"/>
      <p:bldP spid="11" grpId="2"/>
      <p:bldP spid="12" grpId="0" build="allAtOnce"/>
      <p:bldP spid="12" grpId="1" build="allAtOnce"/>
      <p:bldP spid="12" grpId="2" build="allAtOnce"/>
      <p:bldP spid="1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595BFC-B305-9606-2C93-134BD08CB1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0" t="3153" r="3263" b="6935"/>
          <a:stretch>
            <a:fillRect/>
          </a:stretch>
        </p:blipFill>
        <p:spPr bwMode="auto">
          <a:xfrm>
            <a:off x="1920846" y="1397692"/>
            <a:ext cx="8326017" cy="48944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474B5AC5-03A2-2F92-9C3C-6E7555ED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998" y="298195"/>
            <a:ext cx="6731000" cy="1325563"/>
          </a:xfrm>
        </p:spPr>
        <p:txBody>
          <a:bodyPr/>
          <a:lstStyle/>
          <a:p>
            <a:pPr algn="ctr"/>
            <a:r>
              <a:rPr lang="de-CH"/>
              <a:t>Standort des Aufnahmeortes</a:t>
            </a:r>
          </a:p>
        </p:txBody>
      </p:sp>
      <p:pic>
        <p:nvPicPr>
          <p:cNvPr id="1028" name="Picture 4" descr="png-clipart-map-computer-icons-flat-design-location-logo-location-icon ...">
            <a:extLst>
              <a:ext uri="{FF2B5EF4-FFF2-40B4-BE49-F238E27FC236}">
                <a16:creationId xmlns:a16="http://schemas.microsoft.com/office/drawing/2014/main" id="{9DE5F3BB-69AD-EF63-499C-C35B9BC57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0990" y1="39714" x2="30990" y2="39714"/>
                        <a14:foregroundMark x1="30339" y1="42057" x2="39453" y2="20833"/>
                        <a14:foregroundMark x1="39453" y1="20833" x2="41406" y2="20182"/>
                        <a14:foregroundMark x1="61589" y1="23307" x2="70313" y2="36719"/>
                        <a14:foregroundMark x1="70313" y1="36719" x2="69010" y2="46094"/>
                        <a14:foregroundMark x1="69010" y1="46094" x2="48698" y2="73958"/>
                        <a14:foregroundMark x1="49870" y1="72266" x2="29948" y2="38932"/>
                        <a14:foregroundMark x1="29948" y1="38932" x2="33594" y2="25391"/>
                        <a14:foregroundMark x1="33594" y1="25391" x2="52344" y2="182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977" y="539040"/>
            <a:ext cx="786915" cy="78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9F05AB-A601-1402-8596-FCEC9A81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7394-64F3-7144-960C-54E2AFE3C278}" type="datetime1">
              <a:rPr lang="de-CH" smtClean="0"/>
              <a:t>05.04.26</a:t>
            </a:fld>
            <a:endParaRPr lang="en-CH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7A00F59-9E35-D46A-0BCD-7A69BEA2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F1D757-1B4D-8E1C-3D71-65ACC761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5402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8E0C0E-7D4A-A69E-B641-96800BA2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00" y="973653"/>
            <a:ext cx="9452113" cy="5747822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5C76B84A-D8F0-35A9-F37F-DE63CB8A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57" y="0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Ursprungsquelle durch Google 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52BF3-937C-7F37-8AF4-E34A8C7FA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99" y="973653"/>
            <a:ext cx="9452113" cy="5747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A7D90-68B7-8042-BB95-8403B7D9E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599" y="973653"/>
            <a:ext cx="9452113" cy="57478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155DBF-295E-E969-6ED4-3156F11AE704}"/>
              </a:ext>
            </a:extLst>
          </p:cNvPr>
          <p:cNvSpPr/>
          <p:nvPr/>
        </p:nvSpPr>
        <p:spPr>
          <a:xfrm>
            <a:off x="3673274" y="2914311"/>
            <a:ext cx="1116824" cy="197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EBE8346-701E-7D47-352C-929EC1D6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70F0-D220-3F4B-90B8-8C682D6600EA}" type="datetime1">
              <a:rPr lang="de-CH" smtClean="0"/>
              <a:t>05.04.26</a:t>
            </a:fld>
            <a:endParaRPr lang="en-CH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26AB56B-81D3-37C6-2B96-7344D485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1FD7945-BF44-289A-94EB-811E9E5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6988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2AE4-A03A-C31D-F134-4DEAA4CD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de-CH"/>
              <a:t>Yasmin </a:t>
            </a:r>
            <a:r>
              <a:rPr lang="de-CH" err="1"/>
              <a:t>Biletter</a:t>
            </a:r>
            <a:r>
              <a:rPr lang="de-CH"/>
              <a:t> - Autorin</a:t>
            </a:r>
            <a:endParaRPr lang="en-CH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AAEFDC-ABDC-005C-4FE1-C85E91D25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880" y="897989"/>
            <a:ext cx="8973640" cy="5885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B6F977-DAD6-08C8-591C-8D5ACE5AA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180" y="806310"/>
            <a:ext cx="8895041" cy="6009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16211-997D-D082-D3B6-F5760BFD8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565" y="1368878"/>
            <a:ext cx="9492590" cy="5133642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EE17A41-A4DD-890F-A23C-60B695D3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7419-F44F-C141-813B-6CDCE47E76CD}" type="datetime1">
              <a:rPr lang="de-CH" smtClean="0"/>
              <a:t>05.04.26</a:t>
            </a:fld>
            <a:endParaRPr lang="en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1F6A934-B183-FEE4-89C2-CA096AF7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E6675A-3263-69F7-C616-37017F9E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615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38857-6772-40B5-1D9C-694A433B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083" y="254757"/>
            <a:ext cx="8565833" cy="1067354"/>
          </a:xfrm>
        </p:spPr>
        <p:txBody>
          <a:bodyPr/>
          <a:lstStyle/>
          <a:p>
            <a:pPr algn="ctr"/>
            <a:r>
              <a:rPr lang="de-CH"/>
              <a:t>Bildinhaltsanalyse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C43CE5-4AAF-7C6C-E8F6-46E2658D4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 descr="Digitale Freiheit und die Frage der Haltung">
            <a:extLst>
              <a:ext uri="{FF2B5EF4-FFF2-40B4-BE49-F238E27FC236}">
                <a16:creationId xmlns:a16="http://schemas.microsoft.com/office/drawing/2014/main" id="{2CC42CFB-4805-317C-3D6A-6D409B96B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098" y="1130498"/>
            <a:ext cx="6967802" cy="52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1">
            <a:extLst>
              <a:ext uri="{FF2B5EF4-FFF2-40B4-BE49-F238E27FC236}">
                <a16:creationId xmlns:a16="http://schemas.microsoft.com/office/drawing/2014/main" id="{36CFB566-5AD7-EFFF-7697-B0ACAEE6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83" y="366"/>
            <a:ext cx="10308431" cy="6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3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7D08-1109-7A56-627F-2FC0106C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759" y="143013"/>
            <a:ext cx="5422900" cy="1325563"/>
          </a:xfrm>
        </p:spPr>
        <p:txBody>
          <a:bodyPr/>
          <a:lstStyle/>
          <a:p>
            <a:r>
              <a:rPr lang="de-CH"/>
              <a:t>Von Bild zu Person</a:t>
            </a:r>
            <a:endParaRPr lang="en-CH"/>
          </a:p>
        </p:txBody>
      </p:sp>
      <p:pic>
        <p:nvPicPr>
          <p:cNvPr id="4" name="Grafik 1">
            <a:extLst>
              <a:ext uri="{FF2B5EF4-FFF2-40B4-BE49-F238E27FC236}">
                <a16:creationId xmlns:a16="http://schemas.microsoft.com/office/drawing/2014/main" id="{9348E0F5-8DAF-C481-E302-5C3DEF07A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3050920"/>
            <a:ext cx="3632200" cy="3248801"/>
          </a:xfrm>
          <a:prstGeom prst="rect">
            <a:avLst/>
          </a:prstGeom>
        </p:spPr>
      </p:pic>
      <p:pic>
        <p:nvPicPr>
          <p:cNvPr id="6" name="Grafik 5" descr="Benutzer mit einfarbiger Füllung">
            <a:extLst>
              <a:ext uri="{FF2B5EF4-FFF2-40B4-BE49-F238E27FC236}">
                <a16:creationId xmlns:a16="http://schemas.microsoft.com/office/drawing/2014/main" id="{80E53174-879D-6696-F315-1D9E4AB0B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822" y="4379111"/>
            <a:ext cx="1449978" cy="144997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A64B738-BCD9-40D5-D24E-E6CC28186305}"/>
              </a:ext>
            </a:extLst>
          </p:cNvPr>
          <p:cNvSpPr txBox="1"/>
          <p:nvPr/>
        </p:nvSpPr>
        <p:spPr>
          <a:xfrm>
            <a:off x="2123977" y="5001458"/>
            <a:ext cx="531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Information zur Persönlichkeit und weitere Quellen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90765-224A-E949-A8A9-F50444A9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1C968-9E8A-574A-A4F9-83E785BAC109}" type="datetime1">
              <a:rPr lang="de-CH" smtClean="0"/>
              <a:t>05.04.26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31427-68C1-B7CA-2ADD-FC4DDA8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45838-F371-57F6-F991-FA91BB23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8</a:t>
            </a:fld>
            <a:endParaRPr lang="en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902443B-53EC-9562-CF18-949F16DC0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591" y="1525205"/>
            <a:ext cx="4825618" cy="271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8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C8D60-358A-637D-C7FF-22E7EDEE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065"/>
            <a:ext cx="10515600" cy="1325563"/>
          </a:xfrm>
        </p:spPr>
        <p:txBody>
          <a:bodyPr/>
          <a:lstStyle/>
          <a:p>
            <a:pPr algn="ctr"/>
            <a:r>
              <a:rPr lang="en-CH"/>
              <a:t>Risikobewertung</a:t>
            </a:r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A3E18AC-50E8-DBB2-2AE0-E9A7C301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83" y="2120438"/>
            <a:ext cx="2060575" cy="20605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5663B46-BF79-3CD0-9999-480BADCC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977" y="774538"/>
            <a:ext cx="513623" cy="51362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B3DB1DA-F2F9-093A-5356-7DA3C8F37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309" y="2359290"/>
            <a:ext cx="1657247" cy="165724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A8CEF00-4864-2B6E-74F9-CC2DC90B6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2222928"/>
            <a:ext cx="2060575" cy="20605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76CF1-1415-354D-0630-348542E54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288E2-CC36-1E40-9D00-8A6EFF5EA02D}" type="datetime1">
              <a:rPr lang="de-CH" smtClean="0"/>
              <a:t>05.04.26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BF6ED-07CE-C6C2-5708-C4262E2F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D7D4D3-019E-03C3-A2A7-CC17ED46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9</a:t>
            </a:fld>
            <a:endParaRPr lang="en-C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5A259-BE20-1295-AE78-76CFDBE26402}"/>
              </a:ext>
            </a:extLst>
          </p:cNvPr>
          <p:cNvSpPr txBox="1"/>
          <p:nvPr/>
        </p:nvSpPr>
        <p:spPr>
          <a:xfrm>
            <a:off x="4686009" y="4657922"/>
            <a:ext cx="206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/>
              <a:t>GPS-Koordinaten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A7CAD-448D-99EF-A4F5-DAB42E690B48}"/>
              </a:ext>
            </a:extLst>
          </p:cNvPr>
          <p:cNvSpPr txBox="1"/>
          <p:nvPr/>
        </p:nvSpPr>
        <p:spPr>
          <a:xfrm>
            <a:off x="1219269" y="4656287"/>
            <a:ext cx="206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/>
              <a:t>Bewegungsprofil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3783D-D366-9AB7-247A-5B4A4249FE3F}"/>
              </a:ext>
            </a:extLst>
          </p:cNvPr>
          <p:cNvSpPr txBox="1"/>
          <p:nvPr/>
        </p:nvSpPr>
        <p:spPr>
          <a:xfrm>
            <a:off x="8610599" y="4656287"/>
            <a:ext cx="206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/>
              <a:t>Zeitstempel</a:t>
            </a:r>
          </a:p>
        </p:txBody>
      </p:sp>
    </p:spTree>
    <p:extLst>
      <p:ext uri="{BB962C8B-B14F-4D97-AF65-F5344CB8AC3E}">
        <p14:creationId xmlns:p14="http://schemas.microsoft.com/office/powerpoint/2010/main" val="275283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690E-D9B0-055C-0927-DCEAEAC8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H" dirty="0"/>
              <a:t>Prävention und Massnahmen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082D729-6D3E-F71D-E48A-380B059FA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062" y="1825625"/>
            <a:ext cx="10320737" cy="4351338"/>
          </a:xfrm>
        </p:spPr>
        <p:txBody>
          <a:bodyPr>
            <a:normAutofit/>
          </a:bodyPr>
          <a:lstStyle/>
          <a:p>
            <a:r>
              <a:rPr lang="de-DE" dirty="0"/>
              <a:t>Inhalt des Bildes vor dem Hochladen prüfen</a:t>
            </a:r>
            <a:endParaRPr lang="de-CH" dirty="0"/>
          </a:p>
          <a:p>
            <a:r>
              <a:rPr lang="de-CH" dirty="0"/>
              <a:t>Metadatenbereinigung</a:t>
            </a:r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  <a:p>
            <a:pPr lvl="1"/>
            <a:endParaRPr lang="de-CH" dirty="0"/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1C257F-E4A1-B074-9E03-32AF2546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FEDF6-74BA-394E-A95A-8517E1883955}" type="datetime1">
              <a:rPr lang="de-CH" smtClean="0"/>
              <a:t>05.04.26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FDFC1-E7B5-DF55-0957-6995B51F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PRIVACY - Gruppe 1 OSINT</a:t>
            </a:r>
            <a:endParaRPr lang="en-CH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E58EA6-66DF-23ED-D3DE-C4F0FDC9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0F0-EDEA-DB4C-9C1F-0977798ACA27}" type="slidenum">
              <a:rPr lang="en-CH" smtClean="0"/>
              <a:t>10</a:t>
            </a:fld>
            <a:endParaRPr lang="en-CH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9A7F296-1F7A-F32D-14AA-DCF23BC9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86" y="3117933"/>
            <a:ext cx="1651828" cy="164803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99CD814-B9F5-0814-00DC-021A6557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79" y="3117932"/>
            <a:ext cx="1648039" cy="1648039"/>
          </a:xfrm>
          <a:prstGeom prst="rect">
            <a:avLst/>
          </a:prstGeom>
        </p:spPr>
      </p:pic>
      <p:pic>
        <p:nvPicPr>
          <p:cNvPr id="16" name="Picture 4" descr="MetaClean Web Service - Adarsus Technologies S.L.">
            <a:extLst>
              <a:ext uri="{FF2B5EF4-FFF2-40B4-BE49-F238E27FC236}">
                <a16:creationId xmlns:a16="http://schemas.microsoft.com/office/drawing/2014/main" id="{D97F5C84-2830-2F24-EF22-C5BF37A7F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20" y="3117931"/>
            <a:ext cx="2273301" cy="164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5417A765-3BC6-F5EF-AD54-FD9DDACB60BB}"/>
              </a:ext>
            </a:extLst>
          </p:cNvPr>
          <p:cNvSpPr txBox="1"/>
          <p:nvPr/>
        </p:nvSpPr>
        <p:spPr>
          <a:xfrm>
            <a:off x="1222339" y="4777812"/>
            <a:ext cx="232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err="1"/>
              <a:t>metaClean</a:t>
            </a:r>
            <a:endParaRPr lang="de-DE" b="1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FC5EF9E-CE76-67EB-CB3A-7ECD057402A1}"/>
              </a:ext>
            </a:extLst>
          </p:cNvPr>
          <p:cNvSpPr txBox="1"/>
          <p:nvPr/>
        </p:nvSpPr>
        <p:spPr>
          <a:xfrm>
            <a:off x="4931569" y="4777812"/>
            <a:ext cx="232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err="1"/>
              <a:t>ExifStrip</a:t>
            </a:r>
            <a:endParaRPr lang="de-DE" b="1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804CAF8-BCC4-A1BA-292F-4DCE898F28F1}"/>
              </a:ext>
            </a:extLst>
          </p:cNvPr>
          <p:cNvSpPr txBox="1"/>
          <p:nvPr/>
        </p:nvSpPr>
        <p:spPr>
          <a:xfrm>
            <a:off x="8550690" y="4670999"/>
            <a:ext cx="232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b="1" err="1"/>
              <a:t>ExifTools</a:t>
            </a:r>
            <a:endParaRPr lang="de-DE" b="1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01AB611-AEF7-7B81-0857-92AD7FEC0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07" y="681037"/>
            <a:ext cx="664368" cy="6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50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1134</Words>
  <Application>Microsoft Macintosh PowerPoint</Application>
  <PresentationFormat>Widescreen</PresentationFormat>
  <Paragraphs>210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Lucida Console</vt:lpstr>
      <vt:lpstr>Menlo</vt:lpstr>
      <vt:lpstr>Office Theme</vt:lpstr>
      <vt:lpstr>PowerPoint Presentation</vt:lpstr>
      <vt:lpstr>PowerPoint Presentation</vt:lpstr>
      <vt:lpstr>PowerPoint Presentation</vt:lpstr>
      <vt:lpstr>Standort des Aufnahmeortes</vt:lpstr>
      <vt:lpstr>Ursprungsquelle durch Google Search</vt:lpstr>
      <vt:lpstr>Yasmin Biletter - Autorin</vt:lpstr>
      <vt:lpstr>Bildinhaltsanalyse</vt:lpstr>
      <vt:lpstr>Von Bild zu Person</vt:lpstr>
      <vt:lpstr>Risikobewertung</vt:lpstr>
      <vt:lpstr>Prävention und Massnahmen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Nussbaumer Marc I.BSCICS_F25.2401</dc:creator>
  <cp:lastModifiedBy>Nussbaumer Marc I.BSCICS_F25.2401</cp:lastModifiedBy>
  <cp:revision>1</cp:revision>
  <dcterms:created xsi:type="dcterms:W3CDTF">2026-03-21T13:05:36Z</dcterms:created>
  <dcterms:modified xsi:type="dcterms:W3CDTF">2026-04-05T09:50:00Z</dcterms:modified>
</cp:coreProperties>
</file>