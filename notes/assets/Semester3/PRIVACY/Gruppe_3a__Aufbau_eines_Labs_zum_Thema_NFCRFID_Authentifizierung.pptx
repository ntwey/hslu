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30" r:id="rId1"/>
  </p:sldMasterIdLst>
  <p:notesMasterIdLst>
    <p:notesMasterId r:id="rId11"/>
  </p:notesMasterIdLst>
  <p:sldIdLst>
    <p:sldId id="256" r:id="rId2"/>
    <p:sldId id="274" r:id="rId3"/>
    <p:sldId id="257" r:id="rId4"/>
    <p:sldId id="258" r:id="rId5"/>
    <p:sldId id="272" r:id="rId6"/>
    <p:sldId id="260" r:id="rId7"/>
    <p:sldId id="261" r:id="rId8"/>
    <p:sldId id="262" r:id="rId9"/>
    <p:sldId id="27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2775CD-E185-463B-9487-06FCACB3176C}" v="3084" dt="2026-04-12T11:33:26.311"/>
    <p1510:client id="{64875C14-77A2-3D42-834C-BC96CB857A27}" v="375" dt="2026-04-12T11:34:34.793"/>
    <p1510:client id="{92C4719F-D5A9-4893-9DBD-F4CD75A97A32}" v="175" dt="2026-04-12T11:33:32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d Johannes HSLU" userId="7736db5e-1b87-4666-bac4-e6bdf652e29b" providerId="ADAL" clId="{3D3D73D7-4D27-48B6-B297-B81D3076F56B}"/>
    <pc:docChg chg="undo redo custSel mod addSld delSld modSld sldOrd">
      <pc:chgData name="Jund Johannes HSLU" userId="7736db5e-1b87-4666-bac4-e6bdf652e29b" providerId="ADAL" clId="{3D3D73D7-4D27-48B6-B297-B81D3076F56B}" dt="2026-04-12T11:33:26.311" v="3141" actId="20577"/>
      <pc:docMkLst>
        <pc:docMk/>
      </pc:docMkLst>
      <pc:sldChg chg="addSp delSp modSp mod setBg">
        <pc:chgData name="Jund Johannes HSLU" userId="7736db5e-1b87-4666-bac4-e6bdf652e29b" providerId="ADAL" clId="{3D3D73D7-4D27-48B6-B297-B81D3076F56B}" dt="2026-04-11T06:28:31.120" v="356"/>
        <pc:sldMkLst>
          <pc:docMk/>
          <pc:sldMk cId="109857222" sldId="256"/>
        </pc:sldMkLst>
        <pc:spChg chg="mod">
          <ac:chgData name="Jund Johannes HSLU" userId="7736db5e-1b87-4666-bac4-e6bdf652e29b" providerId="ADAL" clId="{3D3D73D7-4D27-48B6-B297-B81D3076F56B}" dt="2026-04-11T06:28:22.974" v="35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und Johannes HSLU" userId="7736db5e-1b87-4666-bac4-e6bdf652e29b" providerId="ADAL" clId="{3D3D73D7-4D27-48B6-B297-B81D3076F56B}" dt="2026-04-11T06:25:55.433" v="246" actId="1076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Jund Johannes HSLU" userId="7736db5e-1b87-4666-bac4-e6bdf652e29b" providerId="ADAL" clId="{3D3D73D7-4D27-48B6-B297-B81D3076F56B}" dt="2026-04-11T06:24:11.520" v="83" actId="478"/>
          <ac:spMkLst>
            <pc:docMk/>
            <pc:sldMk cId="109857222" sldId="256"/>
            <ac:spMk id="6" creationId="{964E994B-BBC6-2374-B82B-04D1C52CEA1D}"/>
          </ac:spMkLst>
        </pc:spChg>
        <pc:spChg chg="add mod">
          <ac:chgData name="Jund Johannes HSLU" userId="7736db5e-1b87-4666-bac4-e6bdf652e29b" providerId="ADAL" clId="{3D3D73D7-4D27-48B6-B297-B81D3076F56B}" dt="2026-04-11T06:26:08.632" v="247" actId="1076"/>
          <ac:spMkLst>
            <pc:docMk/>
            <pc:sldMk cId="109857222" sldId="256"/>
            <ac:spMk id="7" creationId="{B97FCAEA-9005-13DD-ECE5-9D0B0A6AA7E2}"/>
          </ac:spMkLst>
        </pc:spChg>
        <pc:spChg chg="add del">
          <ac:chgData name="Jund Johannes HSLU" userId="7736db5e-1b87-4666-bac4-e6bdf652e29b" providerId="ADAL" clId="{3D3D73D7-4D27-48B6-B297-B81D3076F56B}" dt="2026-04-11T06:21:32.974" v="9" actId="26606"/>
          <ac:spMkLst>
            <pc:docMk/>
            <pc:sldMk cId="109857222" sldId="256"/>
            <ac:spMk id="10" creationId="{74C03E86-7F68-47B7-84BA-21BAD16C60E5}"/>
          </ac:spMkLst>
        </pc:spChg>
        <pc:spChg chg="add del">
          <ac:chgData name="Jund Johannes HSLU" userId="7736db5e-1b87-4666-bac4-e6bdf652e29b" providerId="ADAL" clId="{3D3D73D7-4D27-48B6-B297-B81D3076F56B}" dt="2026-04-11T06:21:32.974" v="9" actId="26606"/>
          <ac:spMkLst>
            <pc:docMk/>
            <pc:sldMk cId="109857222" sldId="256"/>
            <ac:spMk id="12" creationId="{8977846B-3E2A-49C0-873D-DADC1D674F08}"/>
          </ac:spMkLst>
        </pc:spChg>
        <pc:graphicFrameChg chg="add mod">
          <ac:chgData name="Jund Johannes HSLU" userId="7736db5e-1b87-4666-bac4-e6bdf652e29b" providerId="ADAL" clId="{3D3D73D7-4D27-48B6-B297-B81D3076F56B}" dt="2026-04-11T06:28:31.120" v="356"/>
          <ac:graphicFrameMkLst>
            <pc:docMk/>
            <pc:sldMk cId="109857222" sldId="256"/>
            <ac:graphicFrameMk id="8" creationId="{AA88D6FA-E397-85FD-6433-86AC71E21207}"/>
          </ac:graphicFrameMkLst>
        </pc:graphicFrameChg>
        <pc:picChg chg="add mod ord">
          <ac:chgData name="Jund Johannes HSLU" userId="7736db5e-1b87-4666-bac4-e6bdf652e29b" providerId="ADAL" clId="{3D3D73D7-4D27-48B6-B297-B81D3076F56B}" dt="2026-04-11T06:21:39.027" v="12" actId="1076"/>
          <ac:picMkLst>
            <pc:docMk/>
            <pc:sldMk cId="109857222" sldId="256"/>
            <ac:picMk id="5" creationId="{27A56F68-BD68-ADF7-8FA2-F520B3049692}"/>
          </ac:picMkLst>
        </pc:picChg>
      </pc:sldChg>
      <pc:sldChg chg="addSp modSp mod">
        <pc:chgData name="Jund Johannes HSLU" userId="7736db5e-1b87-4666-bac4-e6bdf652e29b" providerId="ADAL" clId="{3D3D73D7-4D27-48B6-B297-B81D3076F56B}" dt="2026-04-12T07:29:38.460" v="3067" actId="1076"/>
        <pc:sldMkLst>
          <pc:docMk/>
          <pc:sldMk cId="676847780" sldId="257"/>
        </pc:sldMkLst>
        <pc:spChg chg="mod">
          <ac:chgData name="Jund Johannes HSLU" userId="7736db5e-1b87-4666-bac4-e6bdf652e29b" providerId="ADAL" clId="{3D3D73D7-4D27-48B6-B297-B81D3076F56B}" dt="2026-04-11T07:29:19.117" v="2366" actId="20577"/>
          <ac:spMkLst>
            <pc:docMk/>
            <pc:sldMk cId="676847780" sldId="257"/>
            <ac:spMk id="2" creationId="{2B15D6F8-4AAB-FE69-4EA3-CBE43DC3DC9F}"/>
          </ac:spMkLst>
        </pc:spChg>
        <pc:spChg chg="mod">
          <ac:chgData name="Jund Johannes HSLU" userId="7736db5e-1b87-4666-bac4-e6bdf652e29b" providerId="ADAL" clId="{3D3D73D7-4D27-48B6-B297-B81D3076F56B}" dt="2026-04-11T07:30:04.783" v="2483" actId="20577"/>
          <ac:spMkLst>
            <pc:docMk/>
            <pc:sldMk cId="676847780" sldId="257"/>
            <ac:spMk id="3" creationId="{D70F4983-A47C-5300-960E-0CE7FCE1CD3C}"/>
          </ac:spMkLst>
        </pc:spChg>
        <pc:spChg chg="add mod">
          <ac:chgData name="Jund Johannes HSLU" userId="7736db5e-1b87-4666-bac4-e6bdf652e29b" providerId="ADAL" clId="{3D3D73D7-4D27-48B6-B297-B81D3076F56B}" dt="2026-04-12T07:29:38.460" v="3067" actId="1076"/>
          <ac:spMkLst>
            <pc:docMk/>
            <pc:sldMk cId="676847780" sldId="257"/>
            <ac:spMk id="5" creationId="{8F227E40-E624-A55B-5EE8-22F554F5325E}"/>
          </ac:spMkLst>
        </pc:spChg>
        <pc:picChg chg="add mod">
          <ac:chgData name="Jund Johannes HSLU" userId="7736db5e-1b87-4666-bac4-e6bdf652e29b" providerId="ADAL" clId="{3D3D73D7-4D27-48B6-B297-B81D3076F56B}" dt="2026-04-11T06:47:53.916" v="540" actId="1076"/>
          <ac:picMkLst>
            <pc:docMk/>
            <pc:sldMk cId="676847780" sldId="257"/>
            <ac:picMk id="2050" creationId="{D17D28AD-FD4C-CE26-1E4B-A32CD2FDC917}"/>
          </ac:picMkLst>
        </pc:picChg>
      </pc:sldChg>
      <pc:sldChg chg="addSp delSp modSp mod modNotesTx">
        <pc:chgData name="Jund Johannes HSLU" userId="7736db5e-1b87-4666-bac4-e6bdf652e29b" providerId="ADAL" clId="{3D3D73D7-4D27-48B6-B297-B81D3076F56B}" dt="2026-04-12T07:34:28.812" v="3103" actId="14100"/>
        <pc:sldMkLst>
          <pc:docMk/>
          <pc:sldMk cId="1128295700" sldId="258"/>
        </pc:sldMkLst>
        <pc:spChg chg="add mod">
          <ac:chgData name="Jund Johannes HSLU" userId="7736db5e-1b87-4666-bac4-e6bdf652e29b" providerId="ADAL" clId="{3D3D73D7-4D27-48B6-B297-B81D3076F56B}" dt="2026-04-12T07:30:29.236" v="3073" actId="1076"/>
          <ac:spMkLst>
            <pc:docMk/>
            <pc:sldMk cId="1128295700" sldId="258"/>
            <ac:spMk id="3" creationId="{1C7FB705-D1D6-085F-55F7-E648F6C45AD4}"/>
          </ac:spMkLst>
        </pc:spChg>
        <pc:spChg chg="add mod">
          <ac:chgData name="Jund Johannes HSLU" userId="7736db5e-1b87-4666-bac4-e6bdf652e29b" providerId="ADAL" clId="{3D3D73D7-4D27-48B6-B297-B81D3076F56B}" dt="2026-04-12T07:32:32.249" v="3085"/>
          <ac:spMkLst>
            <pc:docMk/>
            <pc:sldMk cId="1128295700" sldId="258"/>
            <ac:spMk id="4" creationId="{181430D4-EB26-D768-F128-B02BD01ECB3B}"/>
          </ac:spMkLst>
        </pc:spChg>
        <pc:spChg chg="add del mod">
          <ac:chgData name="Jund Johannes HSLU" userId="7736db5e-1b87-4666-bac4-e6bdf652e29b" providerId="ADAL" clId="{3D3D73D7-4D27-48B6-B297-B81D3076F56B}" dt="2026-04-11T07:14:35.700" v="1263" actId="478"/>
          <ac:spMkLst>
            <pc:docMk/>
            <pc:sldMk cId="1128295700" sldId="258"/>
            <ac:spMk id="5" creationId="{AF769F18-2ABF-B021-D828-1035DD6E8332}"/>
          </ac:spMkLst>
        </pc:spChg>
        <pc:spChg chg="add mod">
          <ac:chgData name="Jund Johannes HSLU" userId="7736db5e-1b87-4666-bac4-e6bdf652e29b" providerId="ADAL" clId="{3D3D73D7-4D27-48B6-B297-B81D3076F56B}" dt="2026-04-12T07:32:45.939" v="3089" actId="1076"/>
          <ac:spMkLst>
            <pc:docMk/>
            <pc:sldMk cId="1128295700" sldId="258"/>
            <ac:spMk id="6" creationId="{751A5A6F-8F81-3989-6E24-06C3F6269489}"/>
          </ac:spMkLst>
        </pc:spChg>
        <pc:spChg chg="add mod">
          <ac:chgData name="Jund Johannes HSLU" userId="7736db5e-1b87-4666-bac4-e6bdf652e29b" providerId="ADAL" clId="{3D3D73D7-4D27-48B6-B297-B81D3076F56B}" dt="2026-04-12T07:33:11.723" v="3093" actId="1076"/>
          <ac:spMkLst>
            <pc:docMk/>
            <pc:sldMk cId="1128295700" sldId="258"/>
            <ac:spMk id="7" creationId="{16BA0204-58EB-4851-4DEB-F0075A832DA0}"/>
          </ac:spMkLst>
        </pc:spChg>
        <pc:spChg chg="add mod">
          <ac:chgData name="Jund Johannes HSLU" userId="7736db5e-1b87-4666-bac4-e6bdf652e29b" providerId="ADAL" clId="{3D3D73D7-4D27-48B6-B297-B81D3076F56B}" dt="2026-04-12T07:33:51.298" v="3098" actId="1076"/>
          <ac:spMkLst>
            <pc:docMk/>
            <pc:sldMk cId="1128295700" sldId="258"/>
            <ac:spMk id="8" creationId="{FA143827-D3C1-B67A-E922-929A405CC9B0}"/>
          </ac:spMkLst>
        </pc:spChg>
        <pc:spChg chg="add mod">
          <ac:chgData name="Jund Johannes HSLU" userId="7736db5e-1b87-4666-bac4-e6bdf652e29b" providerId="ADAL" clId="{3D3D73D7-4D27-48B6-B297-B81D3076F56B}" dt="2026-04-12T07:34:28.812" v="3103" actId="14100"/>
          <ac:spMkLst>
            <pc:docMk/>
            <pc:sldMk cId="1128295700" sldId="258"/>
            <ac:spMk id="9" creationId="{2D946CF9-EA57-0076-990D-28C5BF968B66}"/>
          </ac:spMkLst>
        </pc:spChg>
        <pc:graphicFrameChg chg="del mod modGraphic">
          <ac:chgData name="Jund Johannes HSLU" userId="7736db5e-1b87-4666-bac4-e6bdf652e29b" providerId="ADAL" clId="{3D3D73D7-4D27-48B6-B297-B81D3076F56B}" dt="2026-04-11T07:14:30.428" v="1260" actId="478"/>
          <ac:graphicFrameMkLst>
            <pc:docMk/>
            <pc:sldMk cId="1128295700" sldId="258"/>
            <ac:graphicFrameMk id="4" creationId="{0175C84A-43FA-8C99-7AC1-6908C7FBB0DC}"/>
          </ac:graphicFrameMkLst>
        </pc:graphicFrameChg>
        <pc:picChg chg="add">
          <ac:chgData name="Jund Johannes HSLU" userId="7736db5e-1b87-4666-bac4-e6bdf652e29b" providerId="ADAL" clId="{3D3D73D7-4D27-48B6-B297-B81D3076F56B}" dt="2026-04-12T07:32:16.065" v="3080"/>
          <ac:picMkLst>
            <pc:docMk/>
            <pc:sldMk cId="1128295700" sldId="258"/>
            <ac:picMk id="5" creationId="{4FDF5D69-32AB-3417-4B01-4D1369182098}"/>
          </ac:picMkLst>
        </pc:picChg>
        <pc:picChg chg="add del mod">
          <ac:chgData name="Jund Johannes HSLU" userId="7736db5e-1b87-4666-bac4-e6bdf652e29b" providerId="ADAL" clId="{3D3D73D7-4D27-48B6-B297-B81D3076F56B}" dt="2026-04-11T07:10:54.387" v="1191" actId="478"/>
          <ac:picMkLst>
            <pc:docMk/>
            <pc:sldMk cId="1128295700" sldId="258"/>
            <ac:picMk id="3074" creationId="{10358924-831B-79AC-9EC8-582F5410DC00}"/>
          </ac:picMkLst>
        </pc:picChg>
        <pc:picChg chg="add mod">
          <ac:chgData name="Jund Johannes HSLU" userId="7736db5e-1b87-4666-bac4-e6bdf652e29b" providerId="ADAL" clId="{3D3D73D7-4D27-48B6-B297-B81D3076F56B}" dt="2026-04-11T07:14:52.342" v="1277" actId="1076"/>
          <ac:picMkLst>
            <pc:docMk/>
            <pc:sldMk cId="1128295700" sldId="258"/>
            <ac:picMk id="3076" creationId="{1C7263D0-7AEC-ECEF-F083-F4ECEBB7481F}"/>
          </ac:picMkLst>
        </pc:picChg>
        <pc:picChg chg="add del mod">
          <ac:chgData name="Jund Johannes HSLU" userId="7736db5e-1b87-4666-bac4-e6bdf652e29b" providerId="ADAL" clId="{3D3D73D7-4D27-48B6-B297-B81D3076F56B}" dt="2026-04-12T07:32:18.196" v="3081" actId="478"/>
          <ac:picMkLst>
            <pc:docMk/>
            <pc:sldMk cId="1128295700" sldId="258"/>
            <ac:picMk id="3078" creationId="{8BA55997-D048-2CCD-807D-5967CA6A15D6}"/>
          </ac:picMkLst>
        </pc:picChg>
        <pc:picChg chg="add mod">
          <ac:chgData name="Jund Johannes HSLU" userId="7736db5e-1b87-4666-bac4-e6bdf652e29b" providerId="ADAL" clId="{3D3D73D7-4D27-48B6-B297-B81D3076F56B}" dt="2026-04-11T07:15:37.167" v="1307" actId="1076"/>
          <ac:picMkLst>
            <pc:docMk/>
            <pc:sldMk cId="1128295700" sldId="258"/>
            <ac:picMk id="3080" creationId="{73D745CE-A97F-07A9-6708-962B4D22A497}"/>
          </ac:picMkLst>
        </pc:picChg>
        <pc:picChg chg="add mod">
          <ac:chgData name="Jund Johannes HSLU" userId="7736db5e-1b87-4666-bac4-e6bdf652e29b" providerId="ADAL" clId="{3D3D73D7-4D27-48B6-B297-B81D3076F56B}" dt="2026-04-11T07:15:32.495" v="1303" actId="1076"/>
          <ac:picMkLst>
            <pc:docMk/>
            <pc:sldMk cId="1128295700" sldId="258"/>
            <ac:picMk id="3082" creationId="{B02CD51B-BF15-F782-AE7E-596A8E629F53}"/>
          </ac:picMkLst>
        </pc:picChg>
        <pc:picChg chg="add mod">
          <ac:chgData name="Jund Johannes HSLU" userId="7736db5e-1b87-4666-bac4-e6bdf652e29b" providerId="ADAL" clId="{3D3D73D7-4D27-48B6-B297-B81D3076F56B}" dt="2026-04-11T07:15:33.262" v="1304" actId="1076"/>
          <ac:picMkLst>
            <pc:docMk/>
            <pc:sldMk cId="1128295700" sldId="258"/>
            <ac:picMk id="3084" creationId="{2D5E9E83-BC67-6132-67A3-CA782B4AA41F}"/>
          </ac:picMkLst>
        </pc:picChg>
        <pc:picChg chg="add mod">
          <ac:chgData name="Jund Johannes HSLU" userId="7736db5e-1b87-4666-bac4-e6bdf652e29b" providerId="ADAL" clId="{3D3D73D7-4D27-48B6-B297-B81D3076F56B}" dt="2026-04-11T07:14:53.894" v="1278" actId="1076"/>
          <ac:picMkLst>
            <pc:docMk/>
            <pc:sldMk cId="1128295700" sldId="258"/>
            <ac:picMk id="3086" creationId="{D150B121-871E-1705-7748-5A9998191BB8}"/>
          </ac:picMkLst>
        </pc:picChg>
        <pc:picChg chg="add mod">
          <ac:chgData name="Jund Johannes HSLU" userId="7736db5e-1b87-4666-bac4-e6bdf652e29b" providerId="ADAL" clId="{3D3D73D7-4D27-48B6-B297-B81D3076F56B}" dt="2026-04-11T07:15:20.126" v="1294" actId="1076"/>
          <ac:picMkLst>
            <pc:docMk/>
            <pc:sldMk cId="1128295700" sldId="258"/>
            <ac:picMk id="3088" creationId="{0EF23800-1C3D-E7F2-0D50-86CCCA591D6E}"/>
          </ac:picMkLst>
        </pc:picChg>
      </pc:sldChg>
      <pc:sldChg chg="addSp delSp modSp mod">
        <pc:chgData name="Jund Johannes HSLU" userId="7736db5e-1b87-4666-bac4-e6bdf652e29b" providerId="ADAL" clId="{3D3D73D7-4D27-48B6-B297-B81D3076F56B}" dt="2026-04-11T07:03:20.414" v="1095" actId="5793"/>
        <pc:sldMkLst>
          <pc:docMk/>
          <pc:sldMk cId="372413916" sldId="259"/>
        </pc:sldMkLst>
        <pc:spChg chg="mod">
          <ac:chgData name="Jund Johannes HSLU" userId="7736db5e-1b87-4666-bac4-e6bdf652e29b" providerId="ADAL" clId="{3D3D73D7-4D27-48B6-B297-B81D3076F56B}" dt="2026-04-11T07:03:20.414" v="1095" actId="5793"/>
          <ac:spMkLst>
            <pc:docMk/>
            <pc:sldMk cId="372413916" sldId="259"/>
            <ac:spMk id="3" creationId="{F3318E81-51B9-C3B7-4BFF-1D66D00B6368}"/>
          </ac:spMkLst>
        </pc:spChg>
        <pc:picChg chg="add del mod">
          <ac:chgData name="Jund Johannes HSLU" userId="7736db5e-1b87-4666-bac4-e6bdf652e29b" providerId="ADAL" clId="{3D3D73D7-4D27-48B6-B297-B81D3076F56B}" dt="2026-04-11T06:52:39.377" v="754" actId="22"/>
          <ac:picMkLst>
            <pc:docMk/>
            <pc:sldMk cId="372413916" sldId="259"/>
            <ac:picMk id="5" creationId="{D1A3EB82-0769-9033-71F3-F00A85107E6B}"/>
          </ac:picMkLst>
        </pc:picChg>
      </pc:sldChg>
      <pc:sldChg chg="addSp delSp modSp mod">
        <pc:chgData name="Jund Johannes HSLU" userId="7736db5e-1b87-4666-bac4-e6bdf652e29b" providerId="ADAL" clId="{3D3D73D7-4D27-48B6-B297-B81D3076F56B}" dt="2026-04-11T07:18:48.310" v="1438" actId="1076"/>
        <pc:sldMkLst>
          <pc:docMk/>
          <pc:sldMk cId="1159223113" sldId="260"/>
        </pc:sldMkLst>
        <pc:spChg chg="mod">
          <ac:chgData name="Jund Johannes HSLU" userId="7736db5e-1b87-4666-bac4-e6bdf652e29b" providerId="ADAL" clId="{3D3D73D7-4D27-48B6-B297-B81D3076F56B}" dt="2026-04-11T07:17:08.185" v="1424" actId="20577"/>
          <ac:spMkLst>
            <pc:docMk/>
            <pc:sldMk cId="1159223113" sldId="260"/>
            <ac:spMk id="3" creationId="{B7A65067-BBFB-2E49-4366-7549C7B57C71}"/>
          </ac:spMkLst>
        </pc:spChg>
        <pc:picChg chg="add del mod">
          <ac:chgData name="Jund Johannes HSLU" userId="7736db5e-1b87-4666-bac4-e6bdf652e29b" providerId="ADAL" clId="{3D3D73D7-4D27-48B6-B297-B81D3076F56B}" dt="2026-04-11T07:18:04.792" v="1429" actId="478"/>
          <ac:picMkLst>
            <pc:docMk/>
            <pc:sldMk cId="1159223113" sldId="260"/>
            <ac:picMk id="5" creationId="{DE4529CD-5E4D-D399-C83E-7278C6FC429B}"/>
          </ac:picMkLst>
        </pc:picChg>
        <pc:picChg chg="add mod">
          <ac:chgData name="Jund Johannes HSLU" userId="7736db5e-1b87-4666-bac4-e6bdf652e29b" providerId="ADAL" clId="{3D3D73D7-4D27-48B6-B297-B81D3076F56B}" dt="2026-04-11T07:18:47.077" v="1437" actId="1076"/>
          <ac:picMkLst>
            <pc:docMk/>
            <pc:sldMk cId="1159223113" sldId="260"/>
            <ac:picMk id="4098" creationId="{6601D0B9-EC32-CD81-FD80-CD08D7874C3A}"/>
          </ac:picMkLst>
        </pc:picChg>
        <pc:picChg chg="add mod">
          <ac:chgData name="Jund Johannes HSLU" userId="7736db5e-1b87-4666-bac4-e6bdf652e29b" providerId="ADAL" clId="{3D3D73D7-4D27-48B6-B297-B81D3076F56B}" dt="2026-04-11T07:18:48.310" v="1438" actId="1076"/>
          <ac:picMkLst>
            <pc:docMk/>
            <pc:sldMk cId="1159223113" sldId="260"/>
            <ac:picMk id="4100" creationId="{C507E94D-2226-D3DA-9042-82AEF26E86BB}"/>
          </ac:picMkLst>
        </pc:picChg>
      </pc:sldChg>
      <pc:sldChg chg="modSp mod modNotesTx">
        <pc:chgData name="Jund Johannes HSLU" userId="7736db5e-1b87-4666-bac4-e6bdf652e29b" providerId="ADAL" clId="{3D3D73D7-4D27-48B6-B297-B81D3076F56B}" dt="2026-04-12T11:33:26.311" v="3141" actId="20577"/>
        <pc:sldMkLst>
          <pc:docMk/>
          <pc:sldMk cId="757707077" sldId="262"/>
        </pc:sldMkLst>
        <pc:spChg chg="mod">
          <ac:chgData name="Jund Johannes HSLU" userId="7736db5e-1b87-4666-bac4-e6bdf652e29b" providerId="ADAL" clId="{3D3D73D7-4D27-48B6-B297-B81D3076F56B}" dt="2026-04-12T07:35:54.884" v="3133" actId="20577"/>
          <ac:spMkLst>
            <pc:docMk/>
            <pc:sldMk cId="757707077" sldId="262"/>
            <ac:spMk id="3" creationId="{295467CF-070C-0EB3-5E72-69BCC48E5F22}"/>
          </ac:spMkLst>
        </pc:spChg>
      </pc:sldChg>
      <pc:sldChg chg="addSp modSp new mod ord">
        <pc:chgData name="Jund Johannes HSLU" userId="7736db5e-1b87-4666-bac4-e6bdf652e29b" providerId="ADAL" clId="{3D3D73D7-4D27-48B6-B297-B81D3076F56B}" dt="2026-04-11T06:56:06.480" v="898" actId="20578"/>
        <pc:sldMkLst>
          <pc:docMk/>
          <pc:sldMk cId="1253027499" sldId="263"/>
        </pc:sldMkLst>
        <pc:picChg chg="add mod">
          <ac:chgData name="Jund Johannes HSLU" userId="7736db5e-1b87-4666-bac4-e6bdf652e29b" providerId="ADAL" clId="{3D3D73D7-4D27-48B6-B297-B81D3076F56B}" dt="2026-04-11T06:52:48.075" v="758" actId="1076"/>
          <ac:picMkLst>
            <pc:docMk/>
            <pc:sldMk cId="1253027499" sldId="263"/>
            <ac:picMk id="3" creationId="{58785A1B-02D8-8281-729A-4789642E24CC}"/>
          </ac:picMkLst>
        </pc:picChg>
      </pc:sldChg>
      <pc:sldChg chg="modSp add mod ord">
        <pc:chgData name="Jund Johannes HSLU" userId="7736db5e-1b87-4666-bac4-e6bdf652e29b" providerId="ADAL" clId="{3D3D73D7-4D27-48B6-B297-B81D3076F56B}" dt="2026-04-11T06:56:09.129" v="903" actId="5793"/>
        <pc:sldMkLst>
          <pc:docMk/>
          <pc:sldMk cId="178517405" sldId="264"/>
        </pc:sldMkLst>
        <pc:spChg chg="mod">
          <ac:chgData name="Jund Johannes HSLU" userId="7736db5e-1b87-4666-bac4-e6bdf652e29b" providerId="ADAL" clId="{3D3D73D7-4D27-48B6-B297-B81D3076F56B}" dt="2026-04-11T06:56:09.129" v="903" actId="5793"/>
          <ac:spMkLst>
            <pc:docMk/>
            <pc:sldMk cId="178517405" sldId="264"/>
            <ac:spMk id="3" creationId="{77515A12-7178-E81B-53B5-44BA643C6F0D}"/>
          </ac:spMkLst>
        </pc:spChg>
      </pc:sldChg>
      <pc:sldChg chg="addSp delSp modSp new add del mod modNotesTx">
        <pc:chgData name="Jund Johannes HSLU" userId="7736db5e-1b87-4666-bac4-e6bdf652e29b" providerId="ADAL" clId="{3D3D73D7-4D27-48B6-B297-B81D3076F56B}" dt="2026-04-11T07:04:20.196" v="1106" actId="478"/>
        <pc:sldMkLst>
          <pc:docMk/>
          <pc:sldMk cId="4228295915" sldId="265"/>
        </pc:sldMkLst>
        <pc:picChg chg="add del mod">
          <ac:chgData name="Jund Johannes HSLU" userId="7736db5e-1b87-4666-bac4-e6bdf652e29b" providerId="ADAL" clId="{3D3D73D7-4D27-48B6-B297-B81D3076F56B}" dt="2026-04-11T06:56:06.302" v="897" actId="1076"/>
          <ac:picMkLst>
            <pc:docMk/>
            <pc:sldMk cId="4228295915" sldId="265"/>
            <ac:picMk id="3" creationId="{90A066F8-E587-52E5-1FFB-9C95B837D878}"/>
          </ac:picMkLst>
        </pc:picChg>
        <pc:picChg chg="add del mod">
          <ac:chgData name="Jund Johannes HSLU" userId="7736db5e-1b87-4666-bac4-e6bdf652e29b" providerId="ADAL" clId="{3D3D73D7-4D27-48B6-B297-B81D3076F56B}" dt="2026-04-11T07:04:20.196" v="1106" actId="478"/>
          <ac:picMkLst>
            <pc:docMk/>
            <pc:sldMk cId="4228295915" sldId="265"/>
            <ac:picMk id="5" creationId="{3C488239-4B1F-1992-389A-AB9521F0EEDD}"/>
          </ac:picMkLst>
        </pc:picChg>
      </pc:sldChg>
      <pc:sldChg chg="modSp add mod ord">
        <pc:chgData name="Jund Johannes HSLU" userId="7736db5e-1b87-4666-bac4-e6bdf652e29b" providerId="ADAL" clId="{3D3D73D7-4D27-48B6-B297-B81D3076F56B}" dt="2026-04-11T07:05:56.458" v="1113"/>
        <pc:sldMkLst>
          <pc:docMk/>
          <pc:sldMk cId="3531513001" sldId="266"/>
        </pc:sldMkLst>
        <pc:spChg chg="mod">
          <ac:chgData name="Jund Johannes HSLU" userId="7736db5e-1b87-4666-bac4-e6bdf652e29b" providerId="ADAL" clId="{3D3D73D7-4D27-48B6-B297-B81D3076F56B}" dt="2026-04-11T07:05:56.458" v="1113"/>
          <ac:spMkLst>
            <pc:docMk/>
            <pc:sldMk cId="3531513001" sldId="266"/>
            <ac:spMk id="3" creationId="{41ABCA72-9BAA-832C-E857-68231291DF53}"/>
          </ac:spMkLst>
        </pc:spChg>
      </pc:sldChg>
      <pc:sldChg chg="addSp modSp new mod">
        <pc:chgData name="Jund Johannes HSLU" userId="7736db5e-1b87-4666-bac4-e6bdf652e29b" providerId="ADAL" clId="{3D3D73D7-4D27-48B6-B297-B81D3076F56B}" dt="2026-04-11T06:58:18.043" v="916" actId="14100"/>
        <pc:sldMkLst>
          <pc:docMk/>
          <pc:sldMk cId="2884286572" sldId="267"/>
        </pc:sldMkLst>
        <pc:picChg chg="add mod">
          <ac:chgData name="Jund Johannes HSLU" userId="7736db5e-1b87-4666-bac4-e6bdf652e29b" providerId="ADAL" clId="{3D3D73D7-4D27-48B6-B297-B81D3076F56B}" dt="2026-04-11T06:58:18.043" v="916" actId="14100"/>
          <ac:picMkLst>
            <pc:docMk/>
            <pc:sldMk cId="2884286572" sldId="267"/>
            <ac:picMk id="3" creationId="{69E04F12-183A-ABC8-18A6-6CAF25262C4E}"/>
          </ac:picMkLst>
        </pc:picChg>
      </pc:sldChg>
      <pc:sldChg chg="modSp add mod ord">
        <pc:chgData name="Jund Johannes HSLU" userId="7736db5e-1b87-4666-bac4-e6bdf652e29b" providerId="ADAL" clId="{3D3D73D7-4D27-48B6-B297-B81D3076F56B}" dt="2026-04-11T07:06:19.026" v="1132" actId="5793"/>
        <pc:sldMkLst>
          <pc:docMk/>
          <pc:sldMk cId="3948981783" sldId="268"/>
        </pc:sldMkLst>
        <pc:spChg chg="mod">
          <ac:chgData name="Jund Johannes HSLU" userId="7736db5e-1b87-4666-bac4-e6bdf652e29b" providerId="ADAL" clId="{3D3D73D7-4D27-48B6-B297-B81D3076F56B}" dt="2026-04-11T07:06:19.026" v="1132" actId="5793"/>
          <ac:spMkLst>
            <pc:docMk/>
            <pc:sldMk cId="3948981783" sldId="268"/>
            <ac:spMk id="3" creationId="{D90D30ED-A8F0-B973-109D-051E881527E4}"/>
          </ac:spMkLst>
        </pc:spChg>
      </pc:sldChg>
      <pc:sldChg chg="modSp add mod">
        <pc:chgData name="Jund Johannes HSLU" userId="7736db5e-1b87-4666-bac4-e6bdf652e29b" providerId="ADAL" clId="{3D3D73D7-4D27-48B6-B297-B81D3076F56B}" dt="2026-04-11T07:06:32.635" v="1138" actId="20577"/>
        <pc:sldMkLst>
          <pc:docMk/>
          <pc:sldMk cId="3011952888" sldId="269"/>
        </pc:sldMkLst>
        <pc:spChg chg="mod">
          <ac:chgData name="Jund Johannes HSLU" userId="7736db5e-1b87-4666-bac4-e6bdf652e29b" providerId="ADAL" clId="{3D3D73D7-4D27-48B6-B297-B81D3076F56B}" dt="2026-04-11T07:06:32.635" v="1138" actId="20577"/>
          <ac:spMkLst>
            <pc:docMk/>
            <pc:sldMk cId="3011952888" sldId="269"/>
            <ac:spMk id="3" creationId="{09D5A11C-2A11-72EB-4B42-54F5E0F6F7CF}"/>
          </ac:spMkLst>
        </pc:spChg>
      </pc:sldChg>
      <pc:sldChg chg="addSp new mod ord">
        <pc:chgData name="Jund Johannes HSLU" userId="7736db5e-1b87-4666-bac4-e6bdf652e29b" providerId="ADAL" clId="{3D3D73D7-4D27-48B6-B297-B81D3076F56B}" dt="2026-04-11T07:06:03.700" v="1115"/>
        <pc:sldMkLst>
          <pc:docMk/>
          <pc:sldMk cId="1804885709" sldId="270"/>
        </pc:sldMkLst>
        <pc:picChg chg="add">
          <ac:chgData name="Jund Johannes HSLU" userId="7736db5e-1b87-4666-bac4-e6bdf652e29b" providerId="ADAL" clId="{3D3D73D7-4D27-48B6-B297-B81D3076F56B}" dt="2026-04-11T07:05:37.651" v="1109" actId="22"/>
          <ac:picMkLst>
            <pc:docMk/>
            <pc:sldMk cId="1804885709" sldId="270"/>
            <ac:picMk id="3" creationId="{4D469B26-09F5-FDD3-FDA0-F74B43863F64}"/>
          </ac:picMkLst>
        </pc:picChg>
      </pc:sldChg>
      <pc:sldChg chg="addSp delSp modSp add mod">
        <pc:chgData name="Jund Johannes HSLU" userId="7736db5e-1b87-4666-bac4-e6bdf652e29b" providerId="ADAL" clId="{3D3D73D7-4D27-48B6-B297-B81D3076F56B}" dt="2026-04-11T07:08:35.713" v="1158" actId="1076"/>
        <pc:sldMkLst>
          <pc:docMk/>
          <pc:sldMk cId="1680562231" sldId="271"/>
        </pc:sldMkLst>
        <pc:picChg chg="del">
          <ac:chgData name="Jund Johannes HSLU" userId="7736db5e-1b87-4666-bac4-e6bdf652e29b" providerId="ADAL" clId="{3D3D73D7-4D27-48B6-B297-B81D3076F56B}" dt="2026-04-11T07:06:37.793" v="1140" actId="478"/>
          <ac:picMkLst>
            <pc:docMk/>
            <pc:sldMk cId="1680562231" sldId="271"/>
            <ac:picMk id="3" creationId="{3EA5DB6C-8D0F-FDAC-FBDF-EA90B74BE4C4}"/>
          </ac:picMkLst>
        </pc:picChg>
        <pc:picChg chg="add mod">
          <ac:chgData name="Jund Johannes HSLU" userId="7736db5e-1b87-4666-bac4-e6bdf652e29b" providerId="ADAL" clId="{3D3D73D7-4D27-48B6-B297-B81D3076F56B}" dt="2026-04-11T07:07:06.273" v="1144" actId="1076"/>
          <ac:picMkLst>
            <pc:docMk/>
            <pc:sldMk cId="1680562231" sldId="271"/>
            <ac:picMk id="4" creationId="{484BA74F-2BBE-708A-6961-ACCEB20B5CBB}"/>
          </ac:picMkLst>
        </pc:picChg>
        <pc:picChg chg="add mod">
          <ac:chgData name="Jund Johannes HSLU" userId="7736db5e-1b87-4666-bac4-e6bdf652e29b" providerId="ADAL" clId="{3D3D73D7-4D27-48B6-B297-B81D3076F56B}" dt="2026-04-11T07:08:35.713" v="1158" actId="1076"/>
          <ac:picMkLst>
            <pc:docMk/>
            <pc:sldMk cId="1680562231" sldId="271"/>
            <ac:picMk id="6" creationId="{41BFAD76-711C-9B95-A613-52FE7F316D7B}"/>
          </ac:picMkLst>
        </pc:picChg>
        <pc:picChg chg="add mod modCrop">
          <ac:chgData name="Jund Johannes HSLU" userId="7736db5e-1b87-4666-bac4-e6bdf652e29b" providerId="ADAL" clId="{3D3D73D7-4D27-48B6-B297-B81D3076F56B}" dt="2026-04-11T07:08:30.696" v="1156" actId="1076"/>
          <ac:picMkLst>
            <pc:docMk/>
            <pc:sldMk cId="1680562231" sldId="271"/>
            <ac:picMk id="8" creationId="{85DFAB5B-7ABF-5B4E-F8F6-6F6EBEECD0A4}"/>
          </ac:picMkLst>
        </pc:picChg>
      </pc:sldChg>
      <pc:sldChg chg="modSp add mod ord">
        <pc:chgData name="Jund Johannes HSLU" userId="7736db5e-1b87-4666-bac4-e6bdf652e29b" providerId="ADAL" clId="{3D3D73D7-4D27-48B6-B297-B81D3076F56B}" dt="2026-04-11T07:09:16.650" v="1166" actId="20577"/>
        <pc:sldMkLst>
          <pc:docMk/>
          <pc:sldMk cId="3815341882" sldId="272"/>
        </pc:sldMkLst>
        <pc:spChg chg="mod">
          <ac:chgData name="Jund Johannes HSLU" userId="7736db5e-1b87-4666-bac4-e6bdf652e29b" providerId="ADAL" clId="{3D3D73D7-4D27-48B6-B297-B81D3076F56B}" dt="2026-04-11T07:09:16.650" v="1166" actId="20577"/>
          <ac:spMkLst>
            <pc:docMk/>
            <pc:sldMk cId="3815341882" sldId="272"/>
            <ac:spMk id="3" creationId="{F34B31B3-CA62-D09E-87DC-376D2DCA69FE}"/>
          </ac:spMkLst>
        </pc:spChg>
      </pc:sldChg>
      <pc:sldChg chg="addSp delSp modSp new mod ord">
        <pc:chgData name="Jund Johannes HSLU" userId="7736db5e-1b87-4666-bac4-e6bdf652e29b" providerId="ADAL" clId="{3D3D73D7-4D27-48B6-B297-B81D3076F56B}" dt="2026-04-11T07:10:21.175" v="1186" actId="1076"/>
        <pc:sldMkLst>
          <pc:docMk/>
          <pc:sldMk cId="150029970" sldId="273"/>
        </pc:sldMkLst>
        <pc:picChg chg="add del mod">
          <ac:chgData name="Jund Johannes HSLU" userId="7736db5e-1b87-4666-bac4-e6bdf652e29b" providerId="ADAL" clId="{3D3D73D7-4D27-48B6-B297-B81D3076F56B}" dt="2026-04-11T07:09:56.494" v="1171" actId="478"/>
          <ac:picMkLst>
            <pc:docMk/>
            <pc:sldMk cId="150029970" sldId="273"/>
            <ac:picMk id="3" creationId="{C795C99B-2CFC-6880-B3CA-1D840A96B28A}"/>
          </ac:picMkLst>
        </pc:picChg>
        <pc:picChg chg="add del mod">
          <ac:chgData name="Jund Johannes HSLU" userId="7736db5e-1b87-4666-bac4-e6bdf652e29b" providerId="ADAL" clId="{3D3D73D7-4D27-48B6-B297-B81D3076F56B}" dt="2026-04-11T07:10:17.193" v="1184" actId="1076"/>
          <ac:picMkLst>
            <pc:docMk/>
            <pc:sldMk cId="150029970" sldId="273"/>
            <ac:picMk id="5" creationId="{C00C310C-5F49-33B0-70C6-FE8A91828A19}"/>
          </ac:picMkLst>
        </pc:picChg>
        <pc:picChg chg="add mod">
          <ac:chgData name="Jund Johannes HSLU" userId="7736db5e-1b87-4666-bac4-e6bdf652e29b" providerId="ADAL" clId="{3D3D73D7-4D27-48B6-B297-B81D3076F56B}" dt="2026-04-11T07:10:21.175" v="1186" actId="1076"/>
          <ac:picMkLst>
            <pc:docMk/>
            <pc:sldMk cId="150029970" sldId="273"/>
            <ac:picMk id="7" creationId="{20F95B72-14C8-32A0-FAF6-6CAF5C2512C8}"/>
          </ac:picMkLst>
        </pc:picChg>
      </pc:sldChg>
      <pc:sldChg chg="modSp new mod">
        <pc:chgData name="Jund Johannes HSLU" userId="7736db5e-1b87-4666-bac4-e6bdf652e29b" providerId="ADAL" clId="{3D3D73D7-4D27-48B6-B297-B81D3076F56B}" dt="2026-04-11T07:33:18.858" v="3056" actId="20577"/>
        <pc:sldMkLst>
          <pc:docMk/>
          <pc:sldMk cId="1446313705" sldId="274"/>
        </pc:sldMkLst>
        <pc:spChg chg="mod">
          <ac:chgData name="Jund Johannes HSLU" userId="7736db5e-1b87-4666-bac4-e6bdf652e29b" providerId="ADAL" clId="{3D3D73D7-4D27-48B6-B297-B81D3076F56B}" dt="2026-04-11T07:26:50.466" v="2158" actId="20577"/>
          <ac:spMkLst>
            <pc:docMk/>
            <pc:sldMk cId="1446313705" sldId="274"/>
            <ac:spMk id="2" creationId="{A9AE3587-21B3-1B0D-12C3-2AB9D8CB505A}"/>
          </ac:spMkLst>
        </pc:spChg>
        <pc:spChg chg="mod">
          <ac:chgData name="Jund Johannes HSLU" userId="7736db5e-1b87-4666-bac4-e6bdf652e29b" providerId="ADAL" clId="{3D3D73D7-4D27-48B6-B297-B81D3076F56B}" dt="2026-04-11T07:33:18.858" v="3056" actId="20577"/>
          <ac:spMkLst>
            <pc:docMk/>
            <pc:sldMk cId="1446313705" sldId="274"/>
            <ac:spMk id="3" creationId="{F33BAD5D-A0C8-F4D8-E1EE-2AB7B7B46989}"/>
          </ac:spMkLst>
        </pc:spChg>
      </pc:sldChg>
      <pc:sldChg chg="addSp modSp new">
        <pc:chgData name="Jund Johannes HSLU" userId="7736db5e-1b87-4666-bac4-e6bdf652e29b" providerId="ADAL" clId="{3D3D73D7-4D27-48B6-B297-B81D3076F56B}" dt="2026-04-11T07:34:24.579" v="3060" actId="1076"/>
        <pc:sldMkLst>
          <pc:docMk/>
          <pc:sldMk cId="675506096" sldId="275"/>
        </pc:sldMkLst>
        <pc:picChg chg="add mod">
          <ac:chgData name="Jund Johannes HSLU" userId="7736db5e-1b87-4666-bac4-e6bdf652e29b" providerId="ADAL" clId="{3D3D73D7-4D27-48B6-B297-B81D3076F56B}" dt="2026-04-11T07:34:24.579" v="3060" actId="1076"/>
          <ac:picMkLst>
            <pc:docMk/>
            <pc:sldMk cId="675506096" sldId="275"/>
            <ac:picMk id="5122" creationId="{B2084EEA-AE58-B9D1-F417-EBCE1928DDCA}"/>
          </ac:picMkLst>
        </pc:picChg>
      </pc:sldChg>
    </pc:docChg>
  </pc:docChgLst>
  <pc:docChgLst>
    <pc:chgData name="Paunovic Sascha I.BSCICS.2501" userId="S::sascha.paunovic@stud.hslu.ch::d3780bb4-23e6-403c-9643-ab125ab0a2a2" providerId="AD" clId="Web-{44A4B585-0E31-0987-7192-2BA88DDF3132}"/>
    <pc:docChg chg="modSld">
      <pc:chgData name="Paunovic Sascha I.BSCICS.2501" userId="S::sascha.paunovic@stud.hslu.ch::d3780bb4-23e6-403c-9643-ab125ab0a2a2" providerId="AD" clId="Web-{44A4B585-0E31-0987-7192-2BA88DDF3132}" dt="2026-04-10T14:35:49.205" v="2" actId="20577"/>
      <pc:docMkLst>
        <pc:docMk/>
      </pc:docMkLst>
      <pc:sldChg chg="modSp">
        <pc:chgData name="Paunovic Sascha I.BSCICS.2501" userId="S::sascha.paunovic@stud.hslu.ch::d3780bb4-23e6-403c-9643-ab125ab0a2a2" providerId="AD" clId="Web-{44A4B585-0E31-0987-7192-2BA88DDF3132}" dt="2026-04-10T14:35:49.205" v="2" actId="20577"/>
        <pc:sldMkLst>
          <pc:docMk/>
          <pc:sldMk cId="109857222" sldId="256"/>
        </pc:sldMkLst>
        <pc:spChg chg="mod">
          <ac:chgData name="Paunovic Sascha I.BSCICS.2501" userId="S::sascha.paunovic@stud.hslu.ch::d3780bb4-23e6-403c-9643-ab125ab0a2a2" providerId="AD" clId="Web-{44A4B585-0E31-0987-7192-2BA88DDF3132}" dt="2026-04-10T14:35:39.658" v="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Paunovic Sascha I.BSCICS.2501" userId="S::sascha.paunovic@stud.hslu.ch::d3780bb4-23e6-403c-9643-ab125ab0a2a2" providerId="AD" clId="Web-{44A4B585-0E31-0987-7192-2BA88DDF3132}" dt="2026-04-10T14:35:49.205" v="2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Paunovic Sascha I.BSCICS.2501" userId="d3780bb4-23e6-403c-9643-ab125ab0a2a2" providerId="ADAL" clId="{6D88C27F-3014-5BFB-9695-763C6E9C6EE1}"/>
    <pc:docChg chg="undo custSel addSld delSld modSld">
      <pc:chgData name="Paunovic Sascha I.BSCICS.2501" userId="d3780bb4-23e6-403c-9643-ab125ab0a2a2" providerId="ADAL" clId="{6D88C27F-3014-5BFB-9695-763C6E9C6EE1}" dt="2026-04-12T11:34:34.793" v="2763" actId="20577"/>
      <pc:docMkLst>
        <pc:docMk/>
      </pc:docMkLst>
      <pc:sldChg chg="modSp mod">
        <pc:chgData name="Paunovic Sascha I.BSCICS.2501" userId="d3780bb4-23e6-403c-9643-ab125ab0a2a2" providerId="ADAL" clId="{6D88C27F-3014-5BFB-9695-763C6E9C6EE1}" dt="2026-04-10T22:13:46.320" v="2429"/>
        <pc:sldMkLst>
          <pc:docMk/>
          <pc:sldMk cId="109857222" sldId="256"/>
        </pc:sldMkLst>
        <pc:spChg chg="mod">
          <ac:chgData name="Paunovic Sascha I.BSCICS.2501" userId="d3780bb4-23e6-403c-9643-ab125ab0a2a2" providerId="ADAL" clId="{6D88C27F-3014-5BFB-9695-763C6E9C6EE1}" dt="2026-04-10T22:13:46.320" v="2429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Paunovic Sascha I.BSCICS.2501" userId="d3780bb4-23e6-403c-9643-ab125ab0a2a2" providerId="ADAL" clId="{6D88C27F-3014-5BFB-9695-763C6E9C6EE1}" dt="2026-04-10T22:13:46.320" v="2429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">
        <pc:chgData name="Paunovic Sascha I.BSCICS.2501" userId="d3780bb4-23e6-403c-9643-ab125ab0a2a2" providerId="ADAL" clId="{6D88C27F-3014-5BFB-9695-763C6E9C6EE1}" dt="2026-04-11T10:33:17.322" v="2439" actId="20577"/>
        <pc:sldMkLst>
          <pc:docMk/>
          <pc:sldMk cId="676847780" sldId="257"/>
        </pc:sldMkLst>
        <pc:spChg chg="mod">
          <ac:chgData name="Paunovic Sascha I.BSCICS.2501" userId="d3780bb4-23e6-403c-9643-ab125ab0a2a2" providerId="ADAL" clId="{6D88C27F-3014-5BFB-9695-763C6E9C6EE1}" dt="2026-04-10T22:13:46.320" v="2429"/>
          <ac:spMkLst>
            <pc:docMk/>
            <pc:sldMk cId="676847780" sldId="257"/>
            <ac:spMk id="2" creationId="{2B15D6F8-4AAB-FE69-4EA3-CBE43DC3DC9F}"/>
          </ac:spMkLst>
        </pc:spChg>
        <pc:spChg chg="mod">
          <ac:chgData name="Paunovic Sascha I.BSCICS.2501" userId="d3780bb4-23e6-403c-9643-ab125ab0a2a2" providerId="ADAL" clId="{6D88C27F-3014-5BFB-9695-763C6E9C6EE1}" dt="2026-04-11T10:33:17.322" v="2439" actId="20577"/>
          <ac:spMkLst>
            <pc:docMk/>
            <pc:sldMk cId="676847780" sldId="257"/>
            <ac:spMk id="3" creationId="{D70F4983-A47C-5300-960E-0CE7FCE1CD3C}"/>
          </ac:spMkLst>
        </pc:spChg>
      </pc:sldChg>
      <pc:sldChg chg="addSp delSp modSp new mod">
        <pc:chgData name="Paunovic Sascha I.BSCICS.2501" userId="d3780bb4-23e6-403c-9643-ab125ab0a2a2" providerId="ADAL" clId="{6D88C27F-3014-5BFB-9695-763C6E9C6EE1}" dt="2026-04-11T10:47:40.431" v="2533" actId="1076"/>
        <pc:sldMkLst>
          <pc:docMk/>
          <pc:sldMk cId="1128295700" sldId="258"/>
        </pc:sldMkLst>
        <pc:spChg chg="mod">
          <ac:chgData name="Paunovic Sascha I.BSCICS.2501" userId="d3780bb4-23e6-403c-9643-ab125ab0a2a2" providerId="ADAL" clId="{6D88C27F-3014-5BFB-9695-763C6E9C6EE1}" dt="2026-04-10T22:13:46.320" v="2429"/>
          <ac:spMkLst>
            <pc:docMk/>
            <pc:sldMk cId="1128295700" sldId="258"/>
            <ac:spMk id="2" creationId="{A914C398-5C85-718D-B01E-66D213569BCC}"/>
          </ac:spMkLst>
        </pc:spChg>
        <pc:picChg chg="add mod">
          <ac:chgData name="Paunovic Sascha I.BSCICS.2501" userId="d3780bb4-23e6-403c-9643-ab125ab0a2a2" providerId="ADAL" clId="{6D88C27F-3014-5BFB-9695-763C6E9C6EE1}" dt="2026-04-11T10:47:32.616" v="2529" actId="1076"/>
          <ac:picMkLst>
            <pc:docMk/>
            <pc:sldMk cId="1128295700" sldId="258"/>
            <ac:picMk id="1026" creationId="{6DF0F6C8-C03C-A3D5-E393-58B7CA7E247C}"/>
          </ac:picMkLst>
        </pc:picChg>
        <pc:picChg chg="mod">
          <ac:chgData name="Paunovic Sascha I.BSCICS.2501" userId="d3780bb4-23e6-403c-9643-ab125ab0a2a2" providerId="ADAL" clId="{6D88C27F-3014-5BFB-9695-763C6E9C6EE1}" dt="2026-04-11T10:47:39.262" v="2532" actId="1076"/>
          <ac:picMkLst>
            <pc:docMk/>
            <pc:sldMk cId="1128295700" sldId="258"/>
            <ac:picMk id="3078" creationId="{8BA55997-D048-2CCD-807D-5967CA6A15D6}"/>
          </ac:picMkLst>
        </pc:picChg>
        <pc:picChg chg="del">
          <ac:chgData name="Paunovic Sascha I.BSCICS.2501" userId="d3780bb4-23e6-403c-9643-ab125ab0a2a2" providerId="ADAL" clId="{6D88C27F-3014-5BFB-9695-763C6E9C6EE1}" dt="2026-04-11T10:47:27.955" v="2527" actId="478"/>
          <ac:picMkLst>
            <pc:docMk/>
            <pc:sldMk cId="1128295700" sldId="258"/>
            <ac:picMk id="3080" creationId="{73D745CE-A97F-07A9-6708-962B4D22A497}"/>
          </ac:picMkLst>
        </pc:picChg>
        <pc:picChg chg="del">
          <ac:chgData name="Paunovic Sascha I.BSCICS.2501" userId="d3780bb4-23e6-403c-9643-ab125ab0a2a2" providerId="ADAL" clId="{6D88C27F-3014-5BFB-9695-763C6E9C6EE1}" dt="2026-04-11T10:46:47.918" v="2524" actId="478"/>
          <ac:picMkLst>
            <pc:docMk/>
            <pc:sldMk cId="1128295700" sldId="258"/>
            <ac:picMk id="3082" creationId="{B02CD51B-BF15-F782-AE7E-596A8E629F53}"/>
          </ac:picMkLst>
        </pc:picChg>
        <pc:picChg chg="mod">
          <ac:chgData name="Paunovic Sascha I.BSCICS.2501" userId="d3780bb4-23e6-403c-9643-ab125ab0a2a2" providerId="ADAL" clId="{6D88C27F-3014-5BFB-9695-763C6E9C6EE1}" dt="2026-04-11T10:47:40.431" v="2533" actId="1076"/>
          <ac:picMkLst>
            <pc:docMk/>
            <pc:sldMk cId="1128295700" sldId="258"/>
            <ac:picMk id="3084" creationId="{2D5E9E83-BC67-6132-67A3-CA782B4AA41F}"/>
          </ac:picMkLst>
        </pc:picChg>
      </pc:sldChg>
      <pc:sldChg chg="modSp new del mod modShow">
        <pc:chgData name="Paunovic Sascha I.BSCICS.2501" userId="d3780bb4-23e6-403c-9643-ab125ab0a2a2" providerId="ADAL" clId="{6D88C27F-3014-5BFB-9695-763C6E9C6EE1}" dt="2026-04-11T10:55:10.032" v="2710" actId="2696"/>
        <pc:sldMkLst>
          <pc:docMk/>
          <pc:sldMk cId="372413916" sldId="259"/>
        </pc:sldMkLst>
      </pc:sldChg>
      <pc:sldChg chg="modSp new mod modNotesTx">
        <pc:chgData name="Paunovic Sascha I.BSCICS.2501" userId="d3780bb4-23e6-403c-9643-ab125ab0a2a2" providerId="ADAL" clId="{6D88C27F-3014-5BFB-9695-763C6E9C6EE1}" dt="2026-04-12T11:33:05.276" v="2751" actId="20577"/>
        <pc:sldMkLst>
          <pc:docMk/>
          <pc:sldMk cId="1159223113" sldId="260"/>
        </pc:sldMkLst>
        <pc:spChg chg="mod">
          <ac:chgData name="Paunovic Sascha I.BSCICS.2501" userId="d3780bb4-23e6-403c-9643-ab125ab0a2a2" providerId="ADAL" clId="{6D88C27F-3014-5BFB-9695-763C6E9C6EE1}" dt="2026-04-10T22:13:46.320" v="2429"/>
          <ac:spMkLst>
            <pc:docMk/>
            <pc:sldMk cId="1159223113" sldId="260"/>
            <ac:spMk id="2" creationId="{DBBF53D9-456C-7632-6279-9F832EBB86F3}"/>
          </ac:spMkLst>
        </pc:spChg>
        <pc:spChg chg="mod">
          <ac:chgData name="Paunovic Sascha I.BSCICS.2501" userId="d3780bb4-23e6-403c-9643-ab125ab0a2a2" providerId="ADAL" clId="{6D88C27F-3014-5BFB-9695-763C6E9C6EE1}" dt="2026-04-10T22:13:46.320" v="2429"/>
          <ac:spMkLst>
            <pc:docMk/>
            <pc:sldMk cId="1159223113" sldId="260"/>
            <ac:spMk id="3" creationId="{B7A65067-BBFB-2E49-4366-7549C7B57C71}"/>
          </ac:spMkLst>
        </pc:spChg>
      </pc:sldChg>
      <pc:sldChg chg="modSp new mod">
        <pc:chgData name="Paunovic Sascha I.BSCICS.2501" userId="d3780bb4-23e6-403c-9643-ab125ab0a2a2" providerId="ADAL" clId="{6D88C27F-3014-5BFB-9695-763C6E9C6EE1}" dt="2026-04-10T22:13:46.320" v="2429"/>
        <pc:sldMkLst>
          <pc:docMk/>
          <pc:sldMk cId="181551535" sldId="261"/>
        </pc:sldMkLst>
        <pc:spChg chg="mod">
          <ac:chgData name="Paunovic Sascha I.BSCICS.2501" userId="d3780bb4-23e6-403c-9643-ab125ab0a2a2" providerId="ADAL" clId="{6D88C27F-3014-5BFB-9695-763C6E9C6EE1}" dt="2026-04-10T22:13:46.320" v="2429"/>
          <ac:spMkLst>
            <pc:docMk/>
            <pc:sldMk cId="181551535" sldId="261"/>
            <ac:spMk id="2" creationId="{7ECBFD20-7AA2-F48F-D7B3-9D7420B247ED}"/>
          </ac:spMkLst>
        </pc:spChg>
        <pc:spChg chg="mod">
          <ac:chgData name="Paunovic Sascha I.BSCICS.2501" userId="d3780bb4-23e6-403c-9643-ab125ab0a2a2" providerId="ADAL" clId="{6D88C27F-3014-5BFB-9695-763C6E9C6EE1}" dt="2026-04-10T22:13:46.320" v="2429"/>
          <ac:spMkLst>
            <pc:docMk/>
            <pc:sldMk cId="181551535" sldId="261"/>
            <ac:spMk id="3" creationId="{40297173-2663-0BD7-2898-20B28F6FE5F9}"/>
          </ac:spMkLst>
        </pc:spChg>
      </pc:sldChg>
      <pc:sldChg chg="modSp new mod modNotesTx">
        <pc:chgData name="Paunovic Sascha I.BSCICS.2501" userId="d3780bb4-23e6-403c-9643-ab125ab0a2a2" providerId="ADAL" clId="{6D88C27F-3014-5BFB-9695-763C6E9C6EE1}" dt="2026-04-12T11:34:34.793" v="2763" actId="20577"/>
        <pc:sldMkLst>
          <pc:docMk/>
          <pc:sldMk cId="757707077" sldId="262"/>
        </pc:sldMkLst>
        <pc:spChg chg="mod">
          <ac:chgData name="Paunovic Sascha I.BSCICS.2501" userId="d3780bb4-23e6-403c-9643-ab125ab0a2a2" providerId="ADAL" clId="{6D88C27F-3014-5BFB-9695-763C6E9C6EE1}" dt="2026-04-10T22:13:46.320" v="2429"/>
          <ac:spMkLst>
            <pc:docMk/>
            <pc:sldMk cId="757707077" sldId="262"/>
            <ac:spMk id="2" creationId="{AB7B58CD-5747-C41D-C873-33BB42E56EEB}"/>
          </ac:spMkLst>
        </pc:spChg>
        <pc:spChg chg="mod">
          <ac:chgData name="Paunovic Sascha I.BSCICS.2501" userId="d3780bb4-23e6-403c-9643-ab125ab0a2a2" providerId="ADAL" clId="{6D88C27F-3014-5BFB-9695-763C6E9C6EE1}" dt="2026-04-10T22:13:46.320" v="2429"/>
          <ac:spMkLst>
            <pc:docMk/>
            <pc:sldMk cId="757707077" sldId="262"/>
            <ac:spMk id="3" creationId="{295467CF-070C-0EB3-5E72-69BCC48E5F22}"/>
          </ac:spMkLst>
        </pc:spChg>
      </pc:sldChg>
      <pc:sldChg chg="del mod modShow">
        <pc:chgData name="Paunovic Sascha I.BSCICS.2501" userId="d3780bb4-23e6-403c-9643-ab125ab0a2a2" providerId="ADAL" clId="{6D88C27F-3014-5BFB-9695-763C6E9C6EE1}" dt="2026-04-11T10:55:10.032" v="2710" actId="2696"/>
        <pc:sldMkLst>
          <pc:docMk/>
          <pc:sldMk cId="1253027499" sldId="263"/>
        </pc:sldMkLst>
      </pc:sldChg>
      <pc:sldChg chg="del mod modShow">
        <pc:chgData name="Paunovic Sascha I.BSCICS.2501" userId="d3780bb4-23e6-403c-9643-ab125ab0a2a2" providerId="ADAL" clId="{6D88C27F-3014-5BFB-9695-763C6E9C6EE1}" dt="2026-04-11T10:55:10.032" v="2710" actId="2696"/>
        <pc:sldMkLst>
          <pc:docMk/>
          <pc:sldMk cId="178517405" sldId="264"/>
        </pc:sldMkLst>
      </pc:sldChg>
      <pc:sldChg chg="del mod modShow">
        <pc:chgData name="Paunovic Sascha I.BSCICS.2501" userId="d3780bb4-23e6-403c-9643-ab125ab0a2a2" providerId="ADAL" clId="{6D88C27F-3014-5BFB-9695-763C6E9C6EE1}" dt="2026-04-11T10:55:10.032" v="2710" actId="2696"/>
        <pc:sldMkLst>
          <pc:docMk/>
          <pc:sldMk cId="4228295915" sldId="265"/>
        </pc:sldMkLst>
      </pc:sldChg>
      <pc:sldChg chg="del mod modShow">
        <pc:chgData name="Paunovic Sascha I.BSCICS.2501" userId="d3780bb4-23e6-403c-9643-ab125ab0a2a2" providerId="ADAL" clId="{6D88C27F-3014-5BFB-9695-763C6E9C6EE1}" dt="2026-04-11T10:55:10.032" v="2710" actId="2696"/>
        <pc:sldMkLst>
          <pc:docMk/>
          <pc:sldMk cId="3531513001" sldId="266"/>
        </pc:sldMkLst>
      </pc:sldChg>
      <pc:sldChg chg="del mod modShow">
        <pc:chgData name="Paunovic Sascha I.BSCICS.2501" userId="d3780bb4-23e6-403c-9643-ab125ab0a2a2" providerId="ADAL" clId="{6D88C27F-3014-5BFB-9695-763C6E9C6EE1}" dt="2026-04-11T10:55:10.032" v="2710" actId="2696"/>
        <pc:sldMkLst>
          <pc:docMk/>
          <pc:sldMk cId="2884286572" sldId="267"/>
        </pc:sldMkLst>
      </pc:sldChg>
      <pc:sldChg chg="del mod modShow">
        <pc:chgData name="Paunovic Sascha I.BSCICS.2501" userId="d3780bb4-23e6-403c-9643-ab125ab0a2a2" providerId="ADAL" clId="{6D88C27F-3014-5BFB-9695-763C6E9C6EE1}" dt="2026-04-11T10:55:10.032" v="2710" actId="2696"/>
        <pc:sldMkLst>
          <pc:docMk/>
          <pc:sldMk cId="3948981783" sldId="268"/>
        </pc:sldMkLst>
      </pc:sldChg>
      <pc:sldChg chg="del mod modShow">
        <pc:chgData name="Paunovic Sascha I.BSCICS.2501" userId="d3780bb4-23e6-403c-9643-ab125ab0a2a2" providerId="ADAL" clId="{6D88C27F-3014-5BFB-9695-763C6E9C6EE1}" dt="2026-04-11T10:55:10.032" v="2710" actId="2696"/>
        <pc:sldMkLst>
          <pc:docMk/>
          <pc:sldMk cId="3011952888" sldId="269"/>
        </pc:sldMkLst>
      </pc:sldChg>
      <pc:sldChg chg="del mod modShow">
        <pc:chgData name="Paunovic Sascha I.BSCICS.2501" userId="d3780bb4-23e6-403c-9643-ab125ab0a2a2" providerId="ADAL" clId="{6D88C27F-3014-5BFB-9695-763C6E9C6EE1}" dt="2026-04-11T10:55:10.032" v="2710" actId="2696"/>
        <pc:sldMkLst>
          <pc:docMk/>
          <pc:sldMk cId="1804885709" sldId="270"/>
        </pc:sldMkLst>
      </pc:sldChg>
      <pc:sldChg chg="del mod modShow">
        <pc:chgData name="Paunovic Sascha I.BSCICS.2501" userId="d3780bb4-23e6-403c-9643-ab125ab0a2a2" providerId="ADAL" clId="{6D88C27F-3014-5BFB-9695-763C6E9C6EE1}" dt="2026-04-11T11:05:02.972" v="2745" actId="2696"/>
        <pc:sldMkLst>
          <pc:docMk/>
          <pc:sldMk cId="1680562231" sldId="271"/>
        </pc:sldMkLst>
      </pc:sldChg>
      <pc:sldChg chg="addSp delSp modSp mod delAnim modAnim">
        <pc:chgData name="Paunovic Sascha I.BSCICS.2501" userId="d3780bb4-23e6-403c-9643-ab125ab0a2a2" providerId="ADAL" clId="{6D88C27F-3014-5BFB-9695-763C6E9C6EE1}" dt="2026-04-11T11:04:37.636" v="2744"/>
        <pc:sldMkLst>
          <pc:docMk/>
          <pc:sldMk cId="3815341882" sldId="272"/>
        </pc:sldMkLst>
        <pc:spChg chg="mod">
          <ac:chgData name="Paunovic Sascha I.BSCICS.2501" userId="d3780bb4-23e6-403c-9643-ab125ab0a2a2" providerId="ADAL" clId="{6D88C27F-3014-5BFB-9695-763C6E9C6EE1}" dt="2026-04-11T10:55:37.692" v="2711" actId="1076"/>
          <ac:spMkLst>
            <pc:docMk/>
            <pc:sldMk cId="3815341882" sldId="272"/>
            <ac:spMk id="3" creationId="{F34B31B3-CA62-D09E-87DC-376D2DCA69FE}"/>
          </ac:spMkLst>
        </pc:spChg>
        <pc:picChg chg="add del mod">
          <ac:chgData name="Paunovic Sascha I.BSCICS.2501" userId="d3780bb4-23e6-403c-9643-ab125ab0a2a2" providerId="ADAL" clId="{6D88C27F-3014-5BFB-9695-763C6E9C6EE1}" dt="2026-04-11T10:36:37.566" v="2448" actId="478"/>
          <ac:picMkLst>
            <pc:docMk/>
            <pc:sldMk cId="3815341882" sldId="272"/>
            <ac:picMk id="4" creationId="{E4F50189-7F77-96D9-2BE2-768B16B848F3}"/>
          </ac:picMkLst>
        </pc:picChg>
        <pc:picChg chg="add mod">
          <ac:chgData name="Paunovic Sascha I.BSCICS.2501" userId="d3780bb4-23e6-403c-9643-ab125ab0a2a2" providerId="ADAL" clId="{6D88C27F-3014-5BFB-9695-763C6E9C6EE1}" dt="2026-04-11T10:36:57.784" v="2453" actId="1076"/>
          <ac:picMkLst>
            <pc:docMk/>
            <pc:sldMk cId="3815341882" sldId="272"/>
            <ac:picMk id="5" creationId="{7C4121F8-08FE-1240-5EDC-E2BEBFB0432F}"/>
          </ac:picMkLst>
        </pc:picChg>
        <pc:picChg chg="add mod">
          <ac:chgData name="Paunovic Sascha I.BSCICS.2501" userId="d3780bb4-23e6-403c-9643-ab125ab0a2a2" providerId="ADAL" clId="{6D88C27F-3014-5BFB-9695-763C6E9C6EE1}" dt="2026-04-11T10:38:25.102" v="2459" actId="1076"/>
          <ac:picMkLst>
            <pc:docMk/>
            <pc:sldMk cId="3815341882" sldId="272"/>
            <ac:picMk id="6" creationId="{2247DAC2-8337-E0F2-8E8F-B76A7CCC588F}"/>
          </ac:picMkLst>
        </pc:picChg>
        <pc:picChg chg="add mod">
          <ac:chgData name="Paunovic Sascha I.BSCICS.2501" userId="d3780bb4-23e6-403c-9643-ab125ab0a2a2" providerId="ADAL" clId="{6D88C27F-3014-5BFB-9695-763C6E9C6EE1}" dt="2026-04-11T10:41:41.709" v="2488" actId="1076"/>
          <ac:picMkLst>
            <pc:docMk/>
            <pc:sldMk cId="3815341882" sldId="272"/>
            <ac:picMk id="7" creationId="{BADC14B3-C0B6-3AD4-B40A-B0DB9AA0C42A}"/>
          </ac:picMkLst>
        </pc:picChg>
        <pc:picChg chg="add mod">
          <ac:chgData name="Paunovic Sascha I.BSCICS.2501" userId="d3780bb4-23e6-403c-9643-ab125ab0a2a2" providerId="ADAL" clId="{6D88C27F-3014-5BFB-9695-763C6E9C6EE1}" dt="2026-04-11T10:42:38.665" v="2501" actId="1076"/>
          <ac:picMkLst>
            <pc:docMk/>
            <pc:sldMk cId="3815341882" sldId="272"/>
            <ac:picMk id="8" creationId="{D646FDD0-B55C-A89D-8501-DAA2DE717871}"/>
          </ac:picMkLst>
        </pc:picChg>
        <pc:picChg chg="add mod">
          <ac:chgData name="Paunovic Sascha I.BSCICS.2501" userId="d3780bb4-23e6-403c-9643-ab125ab0a2a2" providerId="ADAL" clId="{6D88C27F-3014-5BFB-9695-763C6E9C6EE1}" dt="2026-04-11T10:58:20.912" v="2737" actId="1076"/>
          <ac:picMkLst>
            <pc:docMk/>
            <pc:sldMk cId="3815341882" sldId="272"/>
            <ac:picMk id="9" creationId="{1B3AC15B-0B4B-1D1D-E603-5F29E45A4E1C}"/>
          </ac:picMkLst>
        </pc:picChg>
        <pc:picChg chg="add mod">
          <ac:chgData name="Paunovic Sascha I.BSCICS.2501" userId="d3780bb4-23e6-403c-9643-ab125ab0a2a2" providerId="ADAL" clId="{6D88C27F-3014-5BFB-9695-763C6E9C6EE1}" dt="2026-04-11T10:58:17.209" v="2736" actId="1076"/>
          <ac:picMkLst>
            <pc:docMk/>
            <pc:sldMk cId="3815341882" sldId="272"/>
            <ac:picMk id="10" creationId="{2CB46FD3-6C35-2E9E-BBD6-89D5F511F9E8}"/>
          </ac:picMkLst>
        </pc:picChg>
        <pc:picChg chg="add mod">
          <ac:chgData name="Paunovic Sascha I.BSCICS.2501" userId="d3780bb4-23e6-403c-9643-ab125ab0a2a2" providerId="ADAL" clId="{6D88C27F-3014-5BFB-9695-763C6E9C6EE1}" dt="2026-04-11T10:43:42.125" v="2519" actId="1076"/>
          <ac:picMkLst>
            <pc:docMk/>
            <pc:sldMk cId="3815341882" sldId="272"/>
            <ac:picMk id="11" creationId="{7E231761-2368-95A7-A910-9297268AAD93}"/>
          </ac:picMkLst>
        </pc:picChg>
        <pc:picChg chg="add mod modCrop">
          <ac:chgData name="Paunovic Sascha I.BSCICS.2501" userId="d3780bb4-23e6-403c-9643-ab125ab0a2a2" providerId="ADAL" clId="{6D88C27F-3014-5BFB-9695-763C6E9C6EE1}" dt="2026-04-11T10:57:03.770" v="2728" actId="1076"/>
          <ac:picMkLst>
            <pc:docMk/>
            <pc:sldMk cId="3815341882" sldId="272"/>
            <ac:picMk id="12" creationId="{CAFD5475-CFEA-0BC2-76E0-9250C0C2936B}"/>
          </ac:picMkLst>
        </pc:picChg>
        <pc:picChg chg="add mod modCrop">
          <ac:chgData name="Paunovic Sascha I.BSCICS.2501" userId="d3780bb4-23e6-403c-9643-ab125ab0a2a2" providerId="ADAL" clId="{6D88C27F-3014-5BFB-9695-763C6E9C6EE1}" dt="2026-04-11T10:57:05.679" v="2729" actId="1076"/>
          <ac:picMkLst>
            <pc:docMk/>
            <pc:sldMk cId="3815341882" sldId="272"/>
            <ac:picMk id="13" creationId="{C1044EA7-3FBA-BBCE-6081-E58F12DE6BC7}"/>
          </ac:picMkLst>
        </pc:picChg>
      </pc:sldChg>
      <pc:sldChg chg="del mod modShow">
        <pc:chgData name="Paunovic Sascha I.BSCICS.2501" userId="d3780bb4-23e6-403c-9643-ab125ab0a2a2" providerId="ADAL" clId="{6D88C27F-3014-5BFB-9695-763C6E9C6EE1}" dt="2026-04-11T11:05:02.972" v="2745" actId="2696"/>
        <pc:sldMkLst>
          <pc:docMk/>
          <pc:sldMk cId="150029970" sldId="273"/>
        </pc:sldMkLst>
      </pc:sldChg>
      <pc:sldChg chg="modSp del">
        <pc:chgData name="Paunovic Sascha I.BSCICS.2501" userId="d3780bb4-23e6-403c-9643-ab125ab0a2a2" providerId="ADAL" clId="{6D88C27F-3014-5BFB-9695-763C6E9C6EE1}" dt="2026-04-11T10:49:39.664" v="2652" actId="2696"/>
        <pc:sldMkLst>
          <pc:docMk/>
          <pc:sldMk cId="675506096" sldId="275"/>
        </pc:sldMkLst>
        <pc:picChg chg="mod">
          <ac:chgData name="Paunovic Sascha I.BSCICS.2501" userId="d3780bb4-23e6-403c-9643-ab125ab0a2a2" providerId="ADAL" clId="{6D88C27F-3014-5BFB-9695-763C6E9C6EE1}" dt="2026-04-11T10:47:53.540" v="2534" actId="1076"/>
          <ac:picMkLst>
            <pc:docMk/>
            <pc:sldMk cId="675506096" sldId="275"/>
            <ac:picMk id="5122" creationId="{B2084EEA-AE58-B9D1-F417-EBCE1928DDCA}"/>
          </ac:picMkLst>
        </pc:picChg>
      </pc:sldChg>
      <pc:sldChg chg="modSp new mod modNotesTx">
        <pc:chgData name="Paunovic Sascha I.BSCICS.2501" userId="d3780bb4-23e6-403c-9643-ab125ab0a2a2" providerId="ADAL" clId="{6D88C27F-3014-5BFB-9695-763C6E9C6EE1}" dt="2026-04-12T11:33:17.197" v="2757" actId="20577"/>
        <pc:sldMkLst>
          <pc:docMk/>
          <pc:sldMk cId="1938839929" sldId="276"/>
        </pc:sldMkLst>
        <pc:spChg chg="mod">
          <ac:chgData name="Paunovic Sascha I.BSCICS.2501" userId="d3780bb4-23e6-403c-9643-ab125ab0a2a2" providerId="ADAL" clId="{6D88C27F-3014-5BFB-9695-763C6E9C6EE1}" dt="2026-04-11T10:48:35.893" v="2551" actId="20577"/>
          <ac:spMkLst>
            <pc:docMk/>
            <pc:sldMk cId="1938839929" sldId="276"/>
            <ac:spMk id="2" creationId="{5E4454FA-BA6F-3381-EAE0-AD3868871D19}"/>
          </ac:spMkLst>
        </pc:spChg>
        <pc:spChg chg="mod">
          <ac:chgData name="Paunovic Sascha I.BSCICS.2501" userId="d3780bb4-23e6-403c-9643-ab125ab0a2a2" providerId="ADAL" clId="{6D88C27F-3014-5BFB-9695-763C6E9C6EE1}" dt="2026-04-11T10:51:07.952" v="2709" actId="27636"/>
          <ac:spMkLst>
            <pc:docMk/>
            <pc:sldMk cId="1938839929" sldId="276"/>
            <ac:spMk id="3" creationId="{0C187E1D-1A6B-2B67-6E7E-24673B543018}"/>
          </ac:spMkLst>
        </pc:spChg>
      </pc:sldChg>
    </pc:docChg>
  </pc:docChgLst>
  <pc:docChgLst>
    <pc:chgData name="Massaro Dario Leon I.BSCICS.2501" userId="a33204a4-b6c6-434e-8f40-a70c8da96231" providerId="ADAL" clId="{D37C183C-7A95-4ADF-AAA5-8106E123D9B6}"/>
    <pc:docChg chg="undo custSel modSld">
      <pc:chgData name="Massaro Dario Leon I.BSCICS.2501" userId="a33204a4-b6c6-434e-8f40-a70c8da96231" providerId="ADAL" clId="{D37C183C-7A95-4ADF-AAA5-8106E123D9B6}" dt="2026-04-12T11:33:32.960" v="167" actId="113"/>
      <pc:docMkLst>
        <pc:docMk/>
      </pc:docMkLst>
      <pc:sldChg chg="modNotesTx">
        <pc:chgData name="Massaro Dario Leon I.BSCICS.2501" userId="a33204a4-b6c6-434e-8f40-a70c8da96231" providerId="ADAL" clId="{D37C183C-7A95-4ADF-AAA5-8106E123D9B6}" dt="2026-04-12T11:31:48.117" v="114" actId="20577"/>
        <pc:sldMkLst>
          <pc:docMk/>
          <pc:sldMk cId="109857222" sldId="256"/>
        </pc:sldMkLst>
      </pc:sldChg>
      <pc:sldChg chg="modSp mod modNotesTx">
        <pc:chgData name="Massaro Dario Leon I.BSCICS.2501" userId="a33204a4-b6c6-434e-8f40-a70c8da96231" providerId="ADAL" clId="{D37C183C-7A95-4ADF-AAA5-8106E123D9B6}" dt="2026-04-12T11:33:09.259" v="159" actId="20577"/>
        <pc:sldMkLst>
          <pc:docMk/>
          <pc:sldMk cId="676847780" sldId="257"/>
        </pc:sldMkLst>
        <pc:spChg chg="mod">
          <ac:chgData name="Massaro Dario Leon I.BSCICS.2501" userId="a33204a4-b6c6-434e-8f40-a70c8da96231" providerId="ADAL" clId="{D37C183C-7A95-4ADF-AAA5-8106E123D9B6}" dt="2026-04-11T09:36:09.023" v="13" actId="20577"/>
          <ac:spMkLst>
            <pc:docMk/>
            <pc:sldMk cId="676847780" sldId="257"/>
            <ac:spMk id="3" creationId="{D70F4983-A47C-5300-960E-0CE7FCE1CD3C}"/>
          </ac:spMkLst>
        </pc:spChg>
      </pc:sldChg>
      <pc:sldChg chg="modNotesTx">
        <pc:chgData name="Massaro Dario Leon I.BSCICS.2501" userId="a33204a4-b6c6-434e-8f40-a70c8da96231" providerId="ADAL" clId="{D37C183C-7A95-4ADF-AAA5-8106E123D9B6}" dt="2026-04-12T11:33:32.960" v="167" actId="113"/>
        <pc:sldMkLst>
          <pc:docMk/>
          <pc:sldMk cId="1128295700" sldId="258"/>
        </pc:sldMkLst>
      </pc:sldChg>
      <pc:sldChg chg="modNotesTx">
        <pc:chgData name="Massaro Dario Leon I.BSCICS.2501" userId="a33204a4-b6c6-434e-8f40-a70c8da96231" providerId="ADAL" clId="{D37C183C-7A95-4ADF-AAA5-8106E123D9B6}" dt="2026-04-12T11:32:52.654" v="128" actId="20577"/>
        <pc:sldMkLst>
          <pc:docMk/>
          <pc:sldMk cId="181551535" sldId="261"/>
        </pc:sldMkLst>
      </pc:sldChg>
      <pc:sldChg chg="modSp mod addAnim delAnim modAnim modNotesTx">
        <pc:chgData name="Massaro Dario Leon I.BSCICS.2501" userId="a33204a4-b6c6-434e-8f40-a70c8da96231" providerId="ADAL" clId="{D37C183C-7A95-4ADF-AAA5-8106E123D9B6}" dt="2026-04-12T11:31:03.125" v="106" actId="20577"/>
        <pc:sldMkLst>
          <pc:docMk/>
          <pc:sldMk cId="3815341882" sldId="272"/>
        </pc:sldMkLst>
        <pc:spChg chg="mod">
          <ac:chgData name="Massaro Dario Leon I.BSCICS.2501" userId="a33204a4-b6c6-434e-8f40-a70c8da96231" providerId="ADAL" clId="{D37C183C-7A95-4ADF-AAA5-8106E123D9B6}" dt="2026-04-11T10:55:52.387" v="74" actId="1038"/>
          <ac:spMkLst>
            <pc:docMk/>
            <pc:sldMk cId="3815341882" sldId="272"/>
            <ac:spMk id="3" creationId="{F34B31B3-CA62-D09E-87DC-376D2DCA69FE}"/>
          </ac:spMkLst>
        </pc:spChg>
      </pc:sldChg>
      <pc:sldChg chg="modNotesTx">
        <pc:chgData name="Massaro Dario Leon I.BSCICS.2501" userId="a33204a4-b6c6-434e-8f40-a70c8da96231" providerId="ADAL" clId="{D37C183C-7A95-4ADF-AAA5-8106E123D9B6}" dt="2026-04-12T11:31:53.007" v="122" actId="20577"/>
        <pc:sldMkLst>
          <pc:docMk/>
          <pc:sldMk cId="1446313705" sldId="274"/>
        </pc:sldMkLst>
      </pc:sldChg>
      <pc:sldChg chg="modSp mod">
        <pc:chgData name="Massaro Dario Leon I.BSCICS.2501" userId="a33204a4-b6c6-434e-8f40-a70c8da96231" providerId="ADAL" clId="{D37C183C-7A95-4ADF-AAA5-8106E123D9B6}" dt="2026-04-11T11:08:22.355" v="102" actId="6549"/>
        <pc:sldMkLst>
          <pc:docMk/>
          <pc:sldMk cId="1938839929" sldId="276"/>
        </pc:sldMkLst>
        <pc:spChg chg="mod">
          <ac:chgData name="Massaro Dario Leon I.BSCICS.2501" userId="a33204a4-b6c6-434e-8f40-a70c8da96231" providerId="ADAL" clId="{D37C183C-7A95-4ADF-AAA5-8106E123D9B6}" dt="2026-04-11T11:08:22.355" v="102" actId="6549"/>
          <ac:spMkLst>
            <pc:docMk/>
            <pc:sldMk cId="1938839929" sldId="276"/>
            <ac:spMk id="3" creationId="{0C187E1D-1A6B-2B67-6E7E-24673B5430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DB6C6-9B92-4A30-9161-D034FFB5C40F}" type="datetimeFigureOut">
              <a:rPr lang="en-CH" smtClean="0"/>
              <a:t>12.04.2026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10DAB-C427-43FF-A680-4C4D7DC3F7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91409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Johannes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0DAB-C427-43FF-A680-4C4D7DC3F7D0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74116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Johannes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0DAB-C427-43FF-A680-4C4D7DC3F7D0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22741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Dario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0DAB-C427-43FF-A680-4C4D7DC3F7D0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07526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de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Dario</a:t>
            </a:r>
          </a:p>
          <a:p>
            <a:pPr rtl="0" eaLnBrk="1" fontAlgn="t" latinLnBrk="0" hangingPunct="1"/>
            <a:endParaRPr lang="de-CH" sz="1200" b="1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CH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Komponente</a:t>
            </a:r>
            <a:endParaRPr lang="en-CH" sz="12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CH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Erläuterung</a:t>
            </a:r>
            <a:endParaRPr lang="en-CH" sz="12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Steuereinheit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Raspberry Pi 5 mit Debian 13</a:t>
            </a:r>
          </a:p>
          <a:p>
            <a:pPr rtl="0" eaLnBrk="1" fontAlgn="t" latinLnBrk="0" hangingPunct="1"/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NFC-Modul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PN532 im SPI-Modus</a:t>
            </a:r>
          </a:p>
          <a:p>
            <a:pPr rtl="0" eaLnBrk="1" fontAlgn="t" latinLnBrk="0" hangingPunct="1"/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Feedback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Zugriffsanzeige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-&gt; </a:t>
            </a:r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LEDs (grün = erlaubt, rot = verweigert)</a:t>
            </a:r>
          </a:p>
          <a:p>
            <a:pPr rtl="0" eaLnBrk="1" fontAlgn="t" latinLnBrk="0" hangingPunct="1"/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NFC-Tag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Mifare Classic 1K (ISO 14443A)</a:t>
            </a:r>
          </a:p>
          <a:p>
            <a:pPr rtl="0" eaLnBrk="1" fontAlgn="t" latinLnBrk="0" hangingPunct="1"/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Hacking-Tool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Flipper Zero</a:t>
            </a:r>
          </a:p>
          <a:p>
            <a:pPr rtl="0" eaLnBrk="1" fontAlgn="t" latinLnBrk="0" hangingPunct="1"/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en-CH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Lokale Whitelist + Logfile auf dem RPi</a:t>
            </a:r>
          </a:p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0DAB-C427-43FF-A680-4C4D7DC3F7D0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05812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Marc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0DAB-C427-43FF-A680-4C4D7DC3F7D0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40326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/>
              <a:t>Sascha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0DAB-C427-43FF-A680-4C4D7DC3F7D0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29898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Dorian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0DAB-C427-43FF-A680-4C4D7DC3F7D0}" type="slidenum">
              <a:rPr lang="en-CH" smtClean="0"/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37541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Dorian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0DAB-C427-43FF-A680-4C4D7DC3F7D0}" type="slidenum">
              <a:rPr lang="en-CH" smtClean="0"/>
              <a:t>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21036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/>
              <a:t>Sascha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10DAB-C427-43FF-A680-4C4D7DC3F7D0}" type="slidenum">
              <a:rPr lang="en-CH" smtClean="0"/>
              <a:t>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46490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119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63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8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157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372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56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700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113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0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81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477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819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653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94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2308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  <p:sldLayoutId id="2147484242" r:id="rId12"/>
    <p:sldLayoutId id="2147484243" r:id="rId13"/>
    <p:sldLayoutId id="214748424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johannes.jund@hslu.ch" TargetMode="External"/><Relationship Id="rId7" Type="http://schemas.openxmlformats.org/officeDocument/2006/relationships/hyperlink" Target="mailto:marc-andre.kemeny@stud.hslu.ch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sascha.paunovic@stud.hslu.ch" TargetMode="External"/><Relationship Id="rId5" Type="http://schemas.openxmlformats.org/officeDocument/2006/relationships/hyperlink" Target="mailto:dario.massaro@stud.hslu.ch" TargetMode="External"/><Relationship Id="rId4" Type="http://schemas.openxmlformats.org/officeDocument/2006/relationships/hyperlink" Target="mailto:dorian.mazreku@stud.hslu.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639098"/>
            <a:ext cx="5162173" cy="341855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/>
              <a:t>Lab-Aufbau: </a:t>
            </a:r>
            <a:r>
              <a:rPr lang="en-US" sz="4800" err="1"/>
              <a:t>Authentifizierung</a:t>
            </a:r>
            <a:r>
              <a:rPr lang="en-US" sz="4800"/>
              <a:t> </a:t>
            </a:r>
            <a:r>
              <a:rPr lang="en-US" sz="4800" err="1"/>
              <a:t>mit</a:t>
            </a:r>
            <a:r>
              <a:rPr lang="en-US" sz="4800"/>
              <a:t> NFC/RFID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9999" y="5433247"/>
            <a:ext cx="4961535" cy="78565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Modul PRIVACY - Gruppe 3A</a:t>
            </a:r>
          </a:p>
          <a:p>
            <a:pPr>
              <a:lnSpc>
                <a:spcPct val="90000"/>
              </a:lnSpc>
            </a:pPr>
            <a:r>
              <a:rPr lang="en-US" sz="800"/>
              <a:t>Marc-André Kemény, Leon Dario Massaro, Dorian </a:t>
            </a:r>
            <a:r>
              <a:rPr lang="en-US" sz="800" err="1"/>
              <a:t>Mazreku</a:t>
            </a:r>
            <a:r>
              <a:rPr lang="en-US" sz="800"/>
              <a:t>, Sascha Paunovic, Johannes Jund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56F68-BD68-ADF7-8FA2-F520B3049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4" r="3943" b="1"/>
          <a:stretch>
            <a:fillRect/>
          </a:stretch>
        </p:blipFill>
        <p:spPr>
          <a:xfrm>
            <a:off x="6100916" y="10"/>
            <a:ext cx="6091084" cy="685799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B97FCAEA-9005-13DD-ECE5-9D0B0A6AA7E2}"/>
              </a:ext>
            </a:extLst>
          </p:cNvPr>
          <p:cNvSpPr txBox="1">
            <a:spLocks/>
          </p:cNvSpPr>
          <p:nvPr/>
        </p:nvSpPr>
        <p:spPr>
          <a:xfrm>
            <a:off x="809999" y="820072"/>
            <a:ext cx="4961535" cy="785656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/>
              <a:t>HSLU - BSc in ICS 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3587-21B3-1B0D-12C3-2AB9D8CB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Ziel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BAD5D-A0C8-F4D8-E1EE-2AB7B7B46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Aufbau NFC Lab, </a:t>
            </a:r>
            <a:r>
              <a:rPr lang="en-US" err="1"/>
              <a:t>Fokus</a:t>
            </a:r>
            <a:r>
              <a:rPr lang="en-US"/>
              <a:t> auf:</a:t>
            </a:r>
          </a:p>
          <a:p>
            <a:pPr lvl="1"/>
            <a:r>
              <a:rPr lang="en-US" err="1"/>
              <a:t>Einfachheit</a:t>
            </a:r>
            <a:endParaRPr lang="en-US"/>
          </a:p>
          <a:p>
            <a:pPr lvl="1"/>
            <a:r>
              <a:rPr lang="en-US" err="1"/>
              <a:t>Praxisnähe</a:t>
            </a:r>
            <a:r>
              <a:rPr lang="en-US"/>
              <a:t> des </a:t>
            </a:r>
            <a:r>
              <a:rPr lang="en-US" err="1"/>
              <a:t>Aufbaus</a:t>
            </a:r>
            <a:endParaRPr lang="en-US"/>
          </a:p>
          <a:p>
            <a:pPr lvl="1"/>
            <a:r>
              <a:rPr lang="en-US"/>
              <a:t>Schutz </a:t>
            </a:r>
            <a:r>
              <a:rPr lang="en-US" err="1"/>
              <a:t>personenbezogener</a:t>
            </a:r>
            <a:r>
              <a:rPr lang="en-US"/>
              <a:t> </a:t>
            </a:r>
            <a:r>
              <a:rPr lang="en-US" err="1"/>
              <a:t>Daten</a:t>
            </a:r>
            <a:r>
              <a:rPr lang="en-US"/>
              <a:t> auf Chip (</a:t>
            </a:r>
            <a:r>
              <a:rPr lang="en-US" err="1"/>
              <a:t>oder</a:t>
            </a:r>
            <a:r>
              <a:rPr lang="en-US"/>
              <a:t> </a:t>
            </a:r>
            <a:r>
              <a:rPr lang="en-US" err="1"/>
              <a:t>komplette</a:t>
            </a:r>
            <a:r>
              <a:rPr lang="en-US"/>
              <a:t> </a:t>
            </a:r>
            <a:r>
              <a:rPr lang="en-US" err="1"/>
              <a:t>Vermeidung</a:t>
            </a:r>
            <a:r>
              <a:rPr lang="en-US"/>
              <a:t>)</a:t>
            </a:r>
          </a:p>
          <a:p>
            <a:pPr lvl="1"/>
            <a:r>
              <a:rPr lang="en-US" err="1"/>
              <a:t>Pentesting</a:t>
            </a:r>
            <a:r>
              <a:rPr lang="en-US"/>
              <a:t>: </a:t>
            </a:r>
            <a:r>
              <a:rPr lang="en-US" err="1"/>
              <a:t>Durchführung</a:t>
            </a:r>
            <a:r>
              <a:rPr lang="en-US"/>
              <a:t> &amp; </a:t>
            </a:r>
            <a:r>
              <a:rPr lang="en-US" err="1"/>
              <a:t>Analyse</a:t>
            </a:r>
            <a:r>
              <a:rPr lang="en-US"/>
              <a:t> </a:t>
            </a:r>
            <a:r>
              <a:rPr lang="en-US" err="1"/>
              <a:t>potenzieller</a:t>
            </a:r>
            <a:r>
              <a:rPr lang="en-US"/>
              <a:t> </a:t>
            </a:r>
            <a:r>
              <a:rPr lang="en-US" err="1"/>
              <a:t>Angriffe</a:t>
            </a:r>
            <a:endParaRPr lang="en-US"/>
          </a:p>
          <a:p>
            <a:pPr lvl="1"/>
            <a:r>
              <a:rPr lang="en-US" err="1"/>
              <a:t>Empfehlung</a:t>
            </a:r>
            <a:r>
              <a:rPr lang="en-US"/>
              <a:t> für </a:t>
            </a:r>
            <a:r>
              <a:rPr lang="en-US" err="1"/>
              <a:t>produktiven</a:t>
            </a:r>
            <a:r>
              <a:rPr lang="en-US"/>
              <a:t> </a:t>
            </a:r>
            <a:r>
              <a:rPr lang="en-US" err="1"/>
              <a:t>Einsatz</a:t>
            </a:r>
            <a:r>
              <a:rPr lang="en-US"/>
              <a:t> </a:t>
            </a:r>
            <a:r>
              <a:rPr lang="en-US" err="1"/>
              <a:t>eines</a:t>
            </a:r>
            <a:r>
              <a:rPr lang="en-US"/>
              <a:t> NFC-Systems</a:t>
            </a:r>
          </a:p>
        </p:txBody>
      </p:sp>
    </p:spTree>
    <p:extLst>
      <p:ext uri="{BB962C8B-B14F-4D97-AF65-F5344CB8AC3E}">
        <p14:creationId xmlns:p14="http://schemas.microsoft.com/office/powerpoint/2010/main" val="144631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D6F8-4AAB-FE69-4EA3-CBE43DC3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Idee / </a:t>
            </a:r>
            <a:r>
              <a:rPr lang="en-CH" err="1"/>
              <a:t>Szenario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F4983-A47C-5300-960E-0CE7FCE1C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035638"/>
          </a:xfrm>
        </p:spPr>
        <p:txBody>
          <a:bodyPr/>
          <a:lstStyle/>
          <a:p>
            <a:r>
              <a:rPr lang="en-CH" err="1"/>
              <a:t>Zugangskontrolle</a:t>
            </a:r>
            <a:r>
              <a:rPr lang="en-CH"/>
              <a:t> </a:t>
            </a:r>
            <a:r>
              <a:rPr lang="en-CH" err="1"/>
              <a:t>zu</a:t>
            </a:r>
            <a:r>
              <a:rPr lang="en-CH"/>
              <a:t> </a:t>
            </a:r>
            <a:r>
              <a:rPr lang="en-CH" err="1"/>
              <a:t>einem</a:t>
            </a:r>
            <a:r>
              <a:rPr lang="en-CH"/>
              <a:t> Raum (</a:t>
            </a:r>
            <a:r>
              <a:rPr lang="en-CH" err="1"/>
              <a:t>z.B.</a:t>
            </a:r>
            <a:r>
              <a:rPr lang="en-CH"/>
              <a:t> </a:t>
            </a:r>
            <a:r>
              <a:rPr lang="en-CH" err="1"/>
              <a:t>Serverraum</a:t>
            </a:r>
            <a:r>
              <a:rPr lang="en-CH"/>
              <a:t>)</a:t>
            </a:r>
          </a:p>
          <a:p>
            <a:r>
              <a:rPr lang="en-CH"/>
              <a:t>NFC-Tag an </a:t>
            </a:r>
            <a:r>
              <a:rPr lang="en-CH" err="1"/>
              <a:t>Lesegerät</a:t>
            </a:r>
            <a:r>
              <a:rPr lang="en-CH"/>
              <a:t> </a:t>
            </a:r>
            <a:r>
              <a:rPr lang="en-CH" err="1"/>
              <a:t>halten</a:t>
            </a:r>
            <a:endParaRPr lang="en-CH"/>
          </a:p>
          <a:p>
            <a:pPr lvl="1"/>
            <a:r>
              <a:rPr lang="en-CH" err="1"/>
              <a:t>Zugang</a:t>
            </a:r>
            <a:r>
              <a:rPr lang="en-CH"/>
              <a:t> </a:t>
            </a:r>
            <a:r>
              <a:rPr lang="en-CH" err="1"/>
              <a:t>wird</a:t>
            </a:r>
            <a:r>
              <a:rPr lang="en-CH"/>
              <a:t> </a:t>
            </a:r>
            <a:r>
              <a:rPr lang="en-CH" err="1"/>
              <a:t>entweder</a:t>
            </a:r>
            <a:r>
              <a:rPr lang="en-CH"/>
              <a:t> </a:t>
            </a:r>
            <a:r>
              <a:rPr lang="en-CH" err="1"/>
              <a:t>erlaubt</a:t>
            </a:r>
            <a:r>
              <a:rPr lang="en-CH"/>
              <a:t> </a:t>
            </a:r>
            <a:r>
              <a:rPr lang="en-CH" err="1"/>
              <a:t>oder</a:t>
            </a:r>
            <a:r>
              <a:rPr lang="en-CH"/>
              <a:t> </a:t>
            </a:r>
            <a:r>
              <a:rPr lang="en-CH" err="1"/>
              <a:t>verweigert</a:t>
            </a:r>
            <a:endParaRPr lang="en-CH"/>
          </a:p>
          <a:p>
            <a:r>
              <a:rPr lang="en-US" err="1"/>
              <a:t>Zugriffsentscheid</a:t>
            </a:r>
            <a:r>
              <a:rPr lang="en-CH"/>
              <a:t> </a:t>
            </a:r>
            <a:r>
              <a:rPr lang="en-CH" err="1"/>
              <a:t>basier</a:t>
            </a:r>
            <a:r>
              <a:rPr lang="en-US"/>
              <a:t>end </a:t>
            </a:r>
            <a:r>
              <a:rPr lang="en-US" b="1"/>
              <a:t>NUR</a:t>
            </a:r>
            <a:r>
              <a:rPr lang="en-US"/>
              <a:t> </a:t>
            </a:r>
            <a:r>
              <a:rPr lang="en-CH"/>
              <a:t>auf der </a:t>
            </a:r>
            <a:r>
              <a:rPr lang="en-CH" b="1"/>
              <a:t>UID</a:t>
            </a:r>
            <a:r>
              <a:rPr lang="en-CH"/>
              <a:t> des Tags</a:t>
            </a:r>
            <a:endParaRPr lang="en-US"/>
          </a:p>
          <a:p>
            <a:pPr lvl="1"/>
            <a:r>
              <a:rPr lang="en-US" err="1"/>
              <a:t>Welche</a:t>
            </a:r>
            <a:r>
              <a:rPr lang="en-US"/>
              <a:t> </a:t>
            </a:r>
            <a:r>
              <a:rPr lang="en-US" err="1"/>
              <a:t>Angriffe</a:t>
            </a:r>
            <a:r>
              <a:rPr lang="en-US"/>
              <a:t> </a:t>
            </a:r>
            <a:r>
              <a:rPr lang="en-US" err="1"/>
              <a:t>sind</a:t>
            </a:r>
            <a:r>
              <a:rPr lang="en-US"/>
              <a:t> </a:t>
            </a:r>
            <a:r>
              <a:rPr lang="en-US" err="1"/>
              <a:t>möglich</a:t>
            </a:r>
            <a:r>
              <a:rPr lang="en-US"/>
              <a:t>?</a:t>
            </a:r>
          </a:p>
          <a:p>
            <a:pPr lvl="1"/>
            <a:r>
              <a:rPr lang="en-US"/>
              <a:t>Wie </a:t>
            </a:r>
            <a:r>
              <a:rPr lang="en-US" err="1"/>
              <a:t>schützt</a:t>
            </a:r>
            <a:r>
              <a:rPr lang="en-US"/>
              <a:t> man </a:t>
            </a:r>
            <a:r>
              <a:rPr lang="en-US" err="1"/>
              <a:t>sich</a:t>
            </a:r>
            <a:r>
              <a:rPr lang="en-US"/>
              <a:t> </a:t>
            </a:r>
            <a:r>
              <a:rPr lang="en-US" err="1"/>
              <a:t>davor</a:t>
            </a:r>
            <a:r>
              <a:rPr lang="en-US"/>
              <a:t>?</a:t>
            </a:r>
            <a:endParaRPr lang="en-CH"/>
          </a:p>
          <a:p>
            <a:r>
              <a:rPr lang="en-CH" err="1"/>
              <a:t>Jeder</a:t>
            </a:r>
            <a:r>
              <a:rPr lang="en-CH"/>
              <a:t> </a:t>
            </a:r>
            <a:r>
              <a:rPr lang="en-CH" err="1"/>
              <a:t>Zugriff</a:t>
            </a:r>
            <a:r>
              <a:rPr lang="en-CH"/>
              <a:t> </a:t>
            </a:r>
            <a:r>
              <a:rPr lang="en-CH" err="1"/>
              <a:t>wird</a:t>
            </a:r>
            <a:r>
              <a:rPr lang="en-CH"/>
              <a:t> in </a:t>
            </a:r>
            <a:r>
              <a:rPr lang="en-CH" err="1"/>
              <a:t>einem</a:t>
            </a:r>
            <a:r>
              <a:rPr lang="en-CH"/>
              <a:t> Logfile </a:t>
            </a:r>
            <a:r>
              <a:rPr lang="en-CH" err="1"/>
              <a:t>protokolliert</a:t>
            </a:r>
            <a:endParaRPr lang="en-US"/>
          </a:p>
          <a:p>
            <a:r>
              <a:rPr lang="en-US" err="1"/>
              <a:t>Angriffsszenarien</a:t>
            </a:r>
            <a:r>
              <a:rPr lang="en-US"/>
              <a:t> und </a:t>
            </a:r>
            <a:r>
              <a:rPr lang="en-US" err="1"/>
              <a:t>Angriffssimulation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Flipper Zero</a:t>
            </a:r>
            <a:endParaRPr lang="en-CH"/>
          </a:p>
        </p:txBody>
      </p:sp>
      <p:pic>
        <p:nvPicPr>
          <p:cNvPr id="2050" name="Picture 2" descr="Charlie Conspiracy (Always Sunny in Philidelphia) Meme Generator - Imgflip">
            <a:extLst>
              <a:ext uri="{FF2B5EF4-FFF2-40B4-BE49-F238E27FC236}">
                <a16:creationId xmlns:a16="http://schemas.microsoft.com/office/drawing/2014/main" id="{D17D28AD-FD4C-CE26-1E4B-A32CD2FDC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049" y="2887556"/>
            <a:ext cx="3401625" cy="255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227E40-E624-A55B-5EE8-22F554F5325E}"/>
              </a:ext>
            </a:extLst>
          </p:cNvPr>
          <p:cNvSpPr txBox="1"/>
          <p:nvPr/>
        </p:nvSpPr>
        <p:spPr>
          <a:xfrm>
            <a:off x="8009858" y="5438775"/>
            <a:ext cx="259384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/>
              <a:t>https://www.meme-arsenal.com/en/create/template/11157230</a:t>
            </a:r>
            <a:endParaRPr lang="en-CH" sz="600"/>
          </a:p>
        </p:txBody>
      </p:sp>
    </p:spTree>
    <p:extLst>
      <p:ext uri="{BB962C8B-B14F-4D97-AF65-F5344CB8AC3E}">
        <p14:creationId xmlns:p14="http://schemas.microsoft.com/office/powerpoint/2010/main" val="67684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C398-5C85-718D-B01E-66D21356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Komponenten</a:t>
            </a:r>
          </a:p>
        </p:txBody>
      </p:sp>
      <p:pic>
        <p:nvPicPr>
          <p:cNvPr id="3076" name="Picture 4" descr="Raspberry Pi 5 revealed: faster, but lacks audio jack • The Register">
            <a:extLst>
              <a:ext uri="{FF2B5EF4-FFF2-40B4-BE49-F238E27FC236}">
                <a16:creationId xmlns:a16="http://schemas.microsoft.com/office/drawing/2014/main" id="{1C7263D0-7AEC-ECEF-F083-F4ECEBB74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65" y="2460263"/>
            <a:ext cx="3383402" cy="193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Das Pn532 Nfc Rfid Modul | Arduino Pn532 Module – XNCUC">
            <a:extLst>
              <a:ext uri="{FF2B5EF4-FFF2-40B4-BE49-F238E27FC236}">
                <a16:creationId xmlns:a16="http://schemas.microsoft.com/office/drawing/2014/main" id="{8BA55997-D048-2CCD-807D-5967CA6A1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904" y="2200213"/>
            <a:ext cx="2342463" cy="234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Canada to Ban Flipper Zero Devices Over Car Thefts | PCMag">
            <a:extLst>
              <a:ext uri="{FF2B5EF4-FFF2-40B4-BE49-F238E27FC236}">
                <a16:creationId xmlns:a16="http://schemas.microsoft.com/office/drawing/2014/main" id="{2D5E9E83-BC67-6132-67A3-CA782B4AA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863" y="4829127"/>
            <a:ext cx="3127302" cy="175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Ubuntu">
            <a:extLst>
              <a:ext uri="{FF2B5EF4-FFF2-40B4-BE49-F238E27FC236}">
                <a16:creationId xmlns:a16="http://schemas.microsoft.com/office/drawing/2014/main" id="{D150B121-871E-1705-7748-5A9998191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789" y="3285775"/>
            <a:ext cx="1668360" cy="167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Python Logo Png">
            <a:extLst>
              <a:ext uri="{FF2B5EF4-FFF2-40B4-BE49-F238E27FC236}">
                <a16:creationId xmlns:a16="http://schemas.microsoft.com/office/drawing/2014/main" id="{0EF23800-1C3D-E7F2-0D50-86CCCA591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20" y="4666678"/>
            <a:ext cx="2843014" cy="159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uxcell 16pcs 2 Colors x 8pcs 5mm Red Green LED Diode Lights Colored ...">
            <a:extLst>
              <a:ext uri="{FF2B5EF4-FFF2-40B4-BE49-F238E27FC236}">
                <a16:creationId xmlns:a16="http://schemas.microsoft.com/office/drawing/2014/main" id="{6DF0F6C8-C03C-A3D5-E393-58B7CA7E2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204" y="2114543"/>
            <a:ext cx="2342463" cy="234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7FB705-D1D6-085F-55F7-E648F6C45AD4}"/>
              </a:ext>
            </a:extLst>
          </p:cNvPr>
          <p:cNvSpPr txBox="1"/>
          <p:nvPr/>
        </p:nvSpPr>
        <p:spPr>
          <a:xfrm>
            <a:off x="276051" y="2297473"/>
            <a:ext cx="267947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/>
              <a:t>https://www.theregister.com/2023/09/28/raspberry_pi_5_revealed/</a:t>
            </a:r>
            <a:endParaRPr lang="en-CH" sz="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430D4-EB26-D768-F128-B02BD01ECB3B}"/>
              </a:ext>
            </a:extLst>
          </p:cNvPr>
          <p:cNvSpPr txBox="1"/>
          <p:nvPr/>
        </p:nvSpPr>
        <p:spPr>
          <a:xfrm>
            <a:off x="2972198" y="4955820"/>
            <a:ext cx="267947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/>
              <a:t>https://www.software.unam.mx/software/ubuntu</a:t>
            </a:r>
            <a:endParaRPr lang="en-CH" sz="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A5A6F-8F81-3989-6E24-06C3F6269489}"/>
              </a:ext>
            </a:extLst>
          </p:cNvPr>
          <p:cNvSpPr txBox="1"/>
          <p:nvPr/>
        </p:nvSpPr>
        <p:spPr>
          <a:xfrm>
            <a:off x="5262484" y="4504567"/>
            <a:ext cx="2679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/>
              <a:t>https://38-3d.co.uk/blogs/blog/how-to-use-the-pn532-rfid-nfc-reader-with-arduino</a:t>
            </a:r>
            <a:endParaRPr lang="en-CH" sz="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A0204-58EB-4851-4DEB-F0075A832DA0}"/>
              </a:ext>
            </a:extLst>
          </p:cNvPr>
          <p:cNvSpPr txBox="1"/>
          <p:nvPr/>
        </p:nvSpPr>
        <p:spPr>
          <a:xfrm>
            <a:off x="9186464" y="4428366"/>
            <a:ext cx="2679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/>
              <a:t>https://www.amazon.com/uxcell-Diffused-Lighting-Electronic-Components/dp/B07G2Z3SG1</a:t>
            </a:r>
            <a:endParaRPr lang="en-CH" sz="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43827-D3C1-B67A-E922-929A405CC9B0}"/>
              </a:ext>
            </a:extLst>
          </p:cNvPr>
          <p:cNvSpPr txBox="1"/>
          <p:nvPr/>
        </p:nvSpPr>
        <p:spPr>
          <a:xfrm>
            <a:off x="949065" y="6226146"/>
            <a:ext cx="267947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/>
              <a:t>https://logos-world.net/python-logo/</a:t>
            </a:r>
            <a:endParaRPr lang="en-CH" sz="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46CF9-EA57-0076-990D-28C5BF968B66}"/>
              </a:ext>
            </a:extLst>
          </p:cNvPr>
          <p:cNvSpPr txBox="1"/>
          <p:nvPr/>
        </p:nvSpPr>
        <p:spPr>
          <a:xfrm>
            <a:off x="6843634" y="6576694"/>
            <a:ext cx="355290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/>
              <a:t>https://www.pcmag.com/news/canada-to-ban-flipper-zero-devices-over-car-thefts</a:t>
            </a:r>
            <a:endParaRPr lang="en-CH" sz="600"/>
          </a:p>
        </p:txBody>
      </p:sp>
    </p:spTree>
    <p:extLst>
      <p:ext uri="{BB962C8B-B14F-4D97-AF65-F5344CB8AC3E}">
        <p14:creationId xmlns:p14="http://schemas.microsoft.com/office/powerpoint/2010/main" val="1128295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20F03-A031-E6ED-C674-DD12ADECD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CAB7-64C8-2FA8-6534-75050028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Authentifizierungsablauf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B31B3-CA62-D09E-87DC-376D2DCA6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64" y="2328931"/>
            <a:ext cx="10554574" cy="3636511"/>
          </a:xfrm>
        </p:spPr>
        <p:txBody>
          <a:bodyPr>
            <a:normAutofit/>
          </a:bodyPr>
          <a:lstStyle/>
          <a:p>
            <a:pPr marL="514350" indent="-514350">
              <a:buFont typeface="Wingdings 2" charset="2"/>
              <a:buAutoNum type="arabicPeriod"/>
            </a:pPr>
            <a:r>
              <a:rPr lang="en-US"/>
              <a:t>[System </a:t>
            </a:r>
            <a:r>
              <a:rPr lang="en-US" err="1"/>
              <a:t>starten</a:t>
            </a:r>
            <a:r>
              <a:rPr lang="en-US"/>
              <a:t>]</a:t>
            </a:r>
          </a:p>
          <a:p>
            <a:pPr marL="514350" indent="-514350">
              <a:buAutoNum type="arabicPeriod"/>
            </a:pPr>
            <a:r>
              <a:rPr lang="en-CH"/>
              <a:t>Tag wird an PN532 gehalten</a:t>
            </a:r>
            <a:endParaRPr lang="en-US"/>
          </a:p>
          <a:p>
            <a:pPr marL="514350" indent="-514350">
              <a:buFont typeface="Wingdings 2" charset="2"/>
              <a:buAutoNum type="arabicPeriod"/>
            </a:pPr>
            <a:r>
              <a:rPr lang="en-CH"/>
              <a:t>PN532 liest die UID aus</a:t>
            </a:r>
            <a:endParaRPr lang="en-US"/>
          </a:p>
          <a:p>
            <a:pPr marL="514350" indent="-514350">
              <a:buFont typeface="Wingdings 2" charset="2"/>
              <a:buAutoNum type="arabicPeriod"/>
            </a:pPr>
            <a:r>
              <a:rPr lang="en-CH"/>
              <a:t>Python-Skript vergleicht UID mit lokaler Whitelist</a:t>
            </a:r>
          </a:p>
          <a:p>
            <a:pPr marL="514350" indent="-514350">
              <a:buAutoNum type="arabicPeriod"/>
            </a:pPr>
            <a:r>
              <a:rPr lang="en-CH"/>
              <a:t>Ergebnis</a:t>
            </a:r>
          </a:p>
          <a:p>
            <a:pPr marL="914400" lvl="1" indent="-514350">
              <a:buAutoNum type="arabicPeriod"/>
            </a:pPr>
            <a:r>
              <a:rPr lang="en-US"/>
              <a:t>Match = </a:t>
            </a:r>
            <a:r>
              <a:rPr lang="en-US" err="1"/>
              <a:t>erlaubt</a:t>
            </a:r>
            <a:r>
              <a:rPr lang="en-US"/>
              <a:t> (</a:t>
            </a:r>
            <a:r>
              <a:rPr lang="en-US" err="1"/>
              <a:t>grüne</a:t>
            </a:r>
            <a:r>
              <a:rPr lang="en-US"/>
              <a:t> LED)</a:t>
            </a:r>
          </a:p>
          <a:p>
            <a:pPr marL="914400" lvl="1" indent="-514350">
              <a:buAutoNum type="arabicPeriod"/>
            </a:pPr>
            <a:r>
              <a:rPr lang="de-DE"/>
              <a:t>Kein Match = verweigert (rote LED)</a:t>
            </a:r>
          </a:p>
          <a:p>
            <a:pPr marL="514350" indent="-514350">
              <a:buAutoNum type="arabicPeriod"/>
            </a:pPr>
            <a:r>
              <a:rPr lang="en-CH"/>
              <a:t>Logging: Zeitstempel + UID + Resultat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121F8-08FE-1240-5EDC-E2BEBFB04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174" y="1922168"/>
            <a:ext cx="5416080" cy="36365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47DAC2-8337-E0F2-8E8F-B76A7CCC5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827" y="2222287"/>
            <a:ext cx="6468177" cy="1270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DC14B3-C0B6-3AD4-B40A-B0DB9AA0C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757" y="2580544"/>
            <a:ext cx="5304372" cy="29199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46FDD0-B55C-A89D-8501-DAA2DE7178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5625" y="2069213"/>
            <a:ext cx="4301379" cy="45310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3AC15B-0B4B-1D1D-E603-5F29E45A4E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5209" y="2060934"/>
            <a:ext cx="3210103" cy="47263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B46FD3-6C35-2E9E-BBD6-89D5F511F9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757" y="1928969"/>
            <a:ext cx="5416081" cy="2053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231761-2368-95A7-A910-9297268AAD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605" y="5679120"/>
            <a:ext cx="6664649" cy="8836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FD5475-CFEA-0BC2-76E0-9250C0C2936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29683"/>
          <a:stretch>
            <a:fillRect/>
          </a:stretch>
        </p:blipFill>
        <p:spPr>
          <a:xfrm>
            <a:off x="9287467" y="2002169"/>
            <a:ext cx="2720120" cy="17103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044EA7-3FBA-BBCE-6081-E58F12DE6BC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2098" r="19004" b="4270"/>
          <a:stretch>
            <a:fillRect/>
          </a:stretch>
        </p:blipFill>
        <p:spPr>
          <a:xfrm>
            <a:off x="9185885" y="4166058"/>
            <a:ext cx="2821702" cy="181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4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53D9-456C-7632-6279-9F832EBB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Laborergebnisse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65067-BBFB-2E49-4366-7549C7B57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H"/>
              <a:t>Im Normalbetrieb:</a:t>
            </a:r>
          </a:p>
          <a:p>
            <a:pPr lvl="1"/>
            <a:r>
              <a:rPr lang="en-CH"/>
              <a:t>Autorisierter Tag: Zugriff gewährt, grüne LED</a:t>
            </a:r>
          </a:p>
          <a:p>
            <a:pPr lvl="1"/>
            <a:r>
              <a:rPr lang="en-CH"/>
              <a:t>Nicht autorisierter Tag: Zugriff verweigert, rote LED</a:t>
            </a:r>
          </a:p>
          <a:p>
            <a:pPr lvl="1"/>
            <a:r>
              <a:rPr lang="en-CH"/>
              <a:t>Funktion wie erwartet</a:t>
            </a:r>
          </a:p>
          <a:p>
            <a:r>
              <a:rPr lang="en-CH"/>
              <a:t>Bei Angriff mit Flipper Zero</a:t>
            </a:r>
          </a:p>
          <a:p>
            <a:pPr lvl="1"/>
            <a:r>
              <a:rPr lang="en-CH"/>
              <a:t>Autorisierte UID wird emuliert: System gewährt Zugriff</a:t>
            </a:r>
          </a:p>
          <a:p>
            <a:pPr lvl="1"/>
            <a:r>
              <a:rPr lang="en-CH"/>
              <a:t>Cloning: Daten werden auf nicht autorisierten Tag geschrieben: wird als legitim akzeptiert</a:t>
            </a:r>
          </a:p>
          <a:p>
            <a:pPr marL="457200" lvl="1" indent="0">
              <a:buNone/>
            </a:pPr>
            <a:r>
              <a:rPr lang="en-CH" b="1"/>
              <a:t>Das System kann Original vs. Klon nicht </a:t>
            </a:r>
            <a:r>
              <a:rPr lang="en-CH" b="1" err="1"/>
              <a:t>unterscheiden</a:t>
            </a:r>
            <a:r>
              <a:rPr lang="en-CH" b="1"/>
              <a:t>!</a:t>
            </a:r>
            <a:endParaRPr lang="en-US" b="1"/>
          </a:p>
          <a:p>
            <a:pPr marL="457200" lvl="1" indent="0">
              <a:buNone/>
            </a:pPr>
            <a:r>
              <a:rPr lang="en-US" b="1"/>
              <a:t>-&gt; ABER </a:t>
            </a:r>
            <a:r>
              <a:rPr lang="en-US" b="1" err="1"/>
              <a:t>Vorteil</a:t>
            </a:r>
            <a:r>
              <a:rPr lang="en-US" b="1"/>
              <a:t>: </a:t>
            </a:r>
            <a:r>
              <a:rPr lang="en-US" b="1" err="1"/>
              <a:t>keine</a:t>
            </a:r>
            <a:r>
              <a:rPr lang="en-US" b="1"/>
              <a:t> </a:t>
            </a:r>
            <a:r>
              <a:rPr lang="en-US" b="1" err="1"/>
              <a:t>perönlichen</a:t>
            </a:r>
            <a:r>
              <a:rPr lang="en-US" b="1"/>
              <a:t> </a:t>
            </a:r>
            <a:r>
              <a:rPr lang="en-US" b="1" err="1"/>
              <a:t>Daten</a:t>
            </a:r>
            <a:r>
              <a:rPr lang="en-US" b="1"/>
              <a:t> JEMALS auf NFC Chip!</a:t>
            </a:r>
            <a:endParaRPr lang="en-CH" b="1"/>
          </a:p>
        </p:txBody>
      </p:sp>
      <p:pic>
        <p:nvPicPr>
          <p:cNvPr id="4098" name="Picture 2" descr="Simple Green Check Mark - Free Clip Art">
            <a:extLst>
              <a:ext uri="{FF2B5EF4-FFF2-40B4-BE49-F238E27FC236}">
                <a16:creationId xmlns:a16="http://schemas.microsoft.com/office/drawing/2014/main" id="{6601D0B9-EC32-CD81-FD80-CD08D7874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175" y="2838450"/>
            <a:ext cx="690783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🤔 nachdenkendes Gesicht-Emoji | &quot;grübelnder Smiley&quot;">
            <a:extLst>
              <a:ext uri="{FF2B5EF4-FFF2-40B4-BE49-F238E27FC236}">
                <a16:creationId xmlns:a16="http://schemas.microsoft.com/office/drawing/2014/main" id="{C507E94D-2226-D3DA-9042-82AEF26E8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950" y="5238749"/>
            <a:ext cx="10096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223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FD20-7AA2-F48F-D7B3-9D7420B2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Empfohlene Schutzmassnahmen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97173-2663-0BD7-2898-20B28F6FE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H" b="1"/>
              <a:t>Challenge-Response</a:t>
            </a:r>
            <a:endParaRPr lang="en-CH"/>
          </a:p>
          <a:p>
            <a:pPr lvl="1"/>
            <a:r>
              <a:rPr lang="en-CH"/>
              <a:t>Leser sendet Nonce, Tag signiert mit geheimem Schlüssel (verhindert Replay-Angriffe)</a:t>
            </a:r>
          </a:p>
          <a:p>
            <a:r>
              <a:rPr lang="en-CH" b="1"/>
              <a:t>Sichere Hardware</a:t>
            </a:r>
            <a:endParaRPr lang="en-CH"/>
          </a:p>
          <a:p>
            <a:pPr lvl="1"/>
            <a:r>
              <a:rPr lang="en-CH"/>
              <a:t>Mifare Classic ersetzen durch Tags mit AES-Verschlüsselung (verhindert Cloning)</a:t>
            </a:r>
          </a:p>
          <a:p>
            <a:r>
              <a:rPr lang="en-CH" b="1"/>
              <a:t>Schlüsselmanagement</a:t>
            </a:r>
            <a:endParaRPr lang="en-CH"/>
          </a:p>
          <a:p>
            <a:pPr lvl="1"/>
            <a:r>
              <a:rPr lang="en-CH"/>
              <a:t>Diversifizierte Schlüssel pro Tag, zentrale Verwaltung, Sperrung kompromittierter Tags</a:t>
            </a:r>
          </a:p>
          <a:p>
            <a:r>
              <a:rPr lang="en-CH" b="1"/>
              <a:t>Zusatzmassnahmen</a:t>
            </a:r>
          </a:p>
          <a:p>
            <a:pPr lvl="1"/>
            <a:r>
              <a:rPr lang="en-CH"/>
              <a:t>Rate-Limiting, erweiterte Audit-Logs</a:t>
            </a:r>
          </a:p>
        </p:txBody>
      </p:sp>
    </p:spTree>
    <p:extLst>
      <p:ext uri="{BB962C8B-B14F-4D97-AF65-F5344CB8AC3E}">
        <p14:creationId xmlns:p14="http://schemas.microsoft.com/office/powerpoint/2010/main" val="18155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58CD-5747-C41D-C873-33BB42E5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Fazit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467CF-070C-0EB3-5E72-69BCC48E5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725588" cy="3636511"/>
          </a:xfrm>
        </p:spPr>
        <p:txBody>
          <a:bodyPr>
            <a:normAutofit/>
          </a:bodyPr>
          <a:lstStyle/>
          <a:p>
            <a:r>
              <a:rPr lang="en-CH"/>
              <a:t>UID-</a:t>
            </a:r>
            <a:r>
              <a:rPr lang="en-CH" err="1"/>
              <a:t>basiertes</a:t>
            </a:r>
            <a:r>
              <a:rPr lang="en-CH"/>
              <a:t> </a:t>
            </a:r>
            <a:r>
              <a:rPr lang="en-CH" err="1"/>
              <a:t>Zugriffssystem</a:t>
            </a:r>
            <a:r>
              <a:rPr lang="en-CH"/>
              <a:t> </a:t>
            </a:r>
            <a:r>
              <a:rPr lang="en-CH" err="1"/>
              <a:t>ist</a:t>
            </a:r>
            <a:r>
              <a:rPr lang="en-CH"/>
              <a:t> </a:t>
            </a:r>
            <a:r>
              <a:rPr lang="en-US" b="1" err="1"/>
              <a:t>nur</a:t>
            </a:r>
            <a:r>
              <a:rPr lang="en-US" b="1"/>
              <a:t> </a:t>
            </a:r>
            <a:r>
              <a:rPr lang="en-US" b="1" err="1"/>
              <a:t>bedingt</a:t>
            </a:r>
            <a:r>
              <a:rPr lang="en-US" b="1"/>
              <a:t> / </a:t>
            </a:r>
            <a:r>
              <a:rPr lang="en-CH" b="1"/>
              <a:t>nicht </a:t>
            </a:r>
            <a:r>
              <a:rPr lang="en-US" b="1"/>
              <a:t>S</a:t>
            </a:r>
            <a:r>
              <a:rPr lang="en-CH" b="1" err="1"/>
              <a:t>icher</a:t>
            </a:r>
            <a:endParaRPr lang="en-US" b="1"/>
          </a:p>
          <a:p>
            <a:pPr lvl="1"/>
            <a:r>
              <a:rPr lang="en-US" b="1" err="1"/>
              <a:t>Funktioniert</a:t>
            </a:r>
            <a:r>
              <a:rPr lang="en-US" b="1"/>
              <a:t> </a:t>
            </a:r>
            <a:r>
              <a:rPr lang="en-US" b="1" err="1"/>
              <a:t>technisch</a:t>
            </a:r>
            <a:endParaRPr lang="en-US" b="1"/>
          </a:p>
          <a:p>
            <a:pPr lvl="1"/>
            <a:r>
              <a:rPr lang="en-US" b="1"/>
              <a:t>Sicher </a:t>
            </a:r>
            <a:r>
              <a:rPr lang="en-US" b="1" err="1"/>
              <a:t>unter</a:t>
            </a:r>
            <a:r>
              <a:rPr lang="en-US" b="1"/>
              <a:t> </a:t>
            </a:r>
            <a:r>
              <a:rPr lang="en-US" b="1" err="1"/>
              <a:t>Annahme</a:t>
            </a:r>
            <a:r>
              <a:rPr lang="en-US" b="1"/>
              <a:t>, </a:t>
            </a:r>
            <a:r>
              <a:rPr lang="en-US" b="1" err="1"/>
              <a:t>dass</a:t>
            </a:r>
            <a:r>
              <a:rPr lang="en-US" b="1"/>
              <a:t> </a:t>
            </a:r>
            <a:r>
              <a:rPr lang="en-US" b="1" err="1"/>
              <a:t>nur</a:t>
            </a:r>
            <a:r>
              <a:rPr lang="en-US" b="1"/>
              <a:t> </a:t>
            </a:r>
            <a:r>
              <a:rPr lang="en-US" b="1" err="1"/>
              <a:t>berechtigte</a:t>
            </a:r>
            <a:r>
              <a:rPr lang="en-US" b="1"/>
              <a:t> </a:t>
            </a:r>
            <a:r>
              <a:rPr lang="en-US" b="1" err="1"/>
              <a:t>Personen</a:t>
            </a:r>
            <a:r>
              <a:rPr lang="en-US" b="1"/>
              <a:t> NFC-Chip </a:t>
            </a:r>
            <a:r>
              <a:rPr lang="en-US" b="1" err="1"/>
              <a:t>jemals</a:t>
            </a:r>
            <a:r>
              <a:rPr lang="en-US" b="1"/>
              <a:t> in die </a:t>
            </a:r>
            <a:r>
              <a:rPr lang="en-US" b="1" err="1"/>
              <a:t>Hände</a:t>
            </a:r>
            <a:r>
              <a:rPr lang="en-US" b="1"/>
              <a:t> </a:t>
            </a:r>
            <a:r>
              <a:rPr lang="en-US" b="1" err="1"/>
              <a:t>bekommen</a:t>
            </a:r>
            <a:endParaRPr lang="en-US" b="1"/>
          </a:p>
          <a:p>
            <a:pPr lvl="1"/>
            <a:r>
              <a:rPr lang="en-US" b="1"/>
              <a:t>Keine </a:t>
            </a:r>
            <a:r>
              <a:rPr lang="en-US" b="1" err="1"/>
              <a:t>personenbezogenen</a:t>
            </a:r>
            <a:r>
              <a:rPr lang="en-US" b="1"/>
              <a:t> </a:t>
            </a:r>
            <a:r>
              <a:rPr lang="en-US" b="1" err="1"/>
              <a:t>Daten</a:t>
            </a:r>
            <a:r>
              <a:rPr lang="en-US" b="1"/>
              <a:t> auf Chip (</a:t>
            </a:r>
            <a:r>
              <a:rPr lang="en-US" b="1" err="1"/>
              <a:t>Ausnahme</a:t>
            </a:r>
            <a:r>
              <a:rPr lang="en-US" b="1"/>
              <a:t> </a:t>
            </a:r>
            <a:r>
              <a:rPr lang="en-US" b="1" err="1"/>
              <a:t>Verhaltensmuster</a:t>
            </a:r>
            <a:r>
              <a:rPr lang="en-US" b="1"/>
              <a:t>)</a:t>
            </a:r>
            <a:endParaRPr lang="en-CH" b="1"/>
          </a:p>
          <a:p>
            <a:r>
              <a:rPr lang="en-CH"/>
              <a:t>UIDs </a:t>
            </a:r>
            <a:r>
              <a:rPr lang="en-CH" err="1"/>
              <a:t>sind</a:t>
            </a:r>
            <a:r>
              <a:rPr lang="en-CH"/>
              <a:t> </a:t>
            </a:r>
            <a:r>
              <a:rPr lang="en-CH" err="1"/>
              <a:t>öffentlich</a:t>
            </a:r>
            <a:r>
              <a:rPr lang="en-CH"/>
              <a:t>, </a:t>
            </a:r>
            <a:r>
              <a:rPr lang="en-CH" err="1"/>
              <a:t>ausles</a:t>
            </a:r>
            <a:r>
              <a:rPr lang="en-US"/>
              <a:t>-</a:t>
            </a:r>
            <a:r>
              <a:rPr lang="en-CH"/>
              <a:t>, </a:t>
            </a:r>
            <a:r>
              <a:rPr lang="en-CH" err="1"/>
              <a:t>emulier</a:t>
            </a:r>
            <a:r>
              <a:rPr lang="en-US"/>
              <a:t>-</a:t>
            </a:r>
            <a:r>
              <a:rPr lang="en-CH"/>
              <a:t> und </a:t>
            </a:r>
            <a:r>
              <a:rPr lang="en-CH" err="1"/>
              <a:t>klonbar</a:t>
            </a:r>
            <a:endParaRPr lang="en-CH"/>
          </a:p>
          <a:p>
            <a:r>
              <a:rPr lang="en-CH"/>
              <a:t>Für </a:t>
            </a:r>
            <a:r>
              <a:rPr lang="en-US" err="1"/>
              <a:t>produktiven</a:t>
            </a:r>
            <a:r>
              <a:rPr lang="en-US"/>
              <a:t> </a:t>
            </a:r>
            <a:r>
              <a:rPr lang="en-US" err="1"/>
              <a:t>Einsatz</a:t>
            </a:r>
            <a:r>
              <a:rPr lang="en-US"/>
              <a:t>…</a:t>
            </a:r>
          </a:p>
          <a:p>
            <a:pPr lvl="1"/>
            <a:r>
              <a:rPr lang="en-US" err="1"/>
              <a:t>Ist</a:t>
            </a:r>
            <a:r>
              <a:rPr lang="en-US"/>
              <a:t> </a:t>
            </a:r>
            <a:r>
              <a:rPr lang="en-CH" b="1" err="1"/>
              <a:t>kryptographische</a:t>
            </a:r>
            <a:r>
              <a:rPr lang="en-CH" b="1"/>
              <a:t> </a:t>
            </a:r>
            <a:r>
              <a:rPr lang="en-US" b="1" err="1"/>
              <a:t>Authentifizierung</a:t>
            </a:r>
            <a:r>
              <a:rPr lang="en-US" b="1"/>
              <a:t> </a:t>
            </a:r>
            <a:r>
              <a:rPr lang="en-CH"/>
              <a:t>(Challenge-Response) </a:t>
            </a:r>
            <a:r>
              <a:rPr lang="en-CH" err="1"/>
              <a:t>mit</a:t>
            </a:r>
            <a:r>
              <a:rPr lang="en-CH"/>
              <a:t> </a:t>
            </a:r>
            <a:r>
              <a:rPr lang="en-CH" err="1"/>
              <a:t>sicherer</a:t>
            </a:r>
            <a:r>
              <a:rPr lang="en-CH"/>
              <a:t> Hardware und </a:t>
            </a:r>
            <a:r>
              <a:rPr lang="en-CH" err="1"/>
              <a:t>Schlüsselmanagement</a:t>
            </a:r>
            <a:r>
              <a:rPr lang="en-CH"/>
              <a:t> </a:t>
            </a:r>
            <a:r>
              <a:rPr lang="en-CH" b="1" err="1"/>
              <a:t>zwingend</a:t>
            </a:r>
            <a:r>
              <a:rPr lang="en-CH" b="1"/>
              <a:t> </a:t>
            </a:r>
            <a:r>
              <a:rPr lang="en-CH" b="1" err="1"/>
              <a:t>erforderlich</a:t>
            </a:r>
            <a:endParaRPr lang="en-US" b="1"/>
          </a:p>
          <a:p>
            <a:pPr lvl="1"/>
            <a:r>
              <a:rPr lang="en-US"/>
              <a:t>Dann </a:t>
            </a:r>
            <a:r>
              <a:rPr lang="en-US" err="1"/>
              <a:t>auch</a:t>
            </a:r>
            <a:r>
              <a:rPr lang="en-US"/>
              <a:t> </a:t>
            </a:r>
            <a:r>
              <a:rPr lang="en-US" err="1"/>
              <a:t>speicherung</a:t>
            </a:r>
            <a:r>
              <a:rPr lang="en-US"/>
              <a:t> </a:t>
            </a:r>
            <a:r>
              <a:rPr lang="en-US" err="1"/>
              <a:t>personenbezogener</a:t>
            </a:r>
            <a:r>
              <a:rPr lang="en-US"/>
              <a:t> </a:t>
            </a:r>
            <a:r>
              <a:rPr lang="en-US" err="1"/>
              <a:t>Daten</a:t>
            </a:r>
            <a:r>
              <a:rPr lang="en-US"/>
              <a:t> auf Chip </a:t>
            </a:r>
            <a:r>
              <a:rPr lang="en-US" err="1"/>
              <a:t>kein</a:t>
            </a:r>
            <a:r>
              <a:rPr lang="en-US"/>
              <a:t> Problem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57707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54FA-BA6F-3381-EAE0-AD386887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Noch Fragen?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87E1D-1A6B-2B67-6E7E-24673B5430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55999" y="2286000"/>
            <a:ext cx="5826735" cy="2295525"/>
          </a:xfrm>
        </p:spPr>
        <p:txBody>
          <a:bodyPr>
            <a:normAutofit fontScale="92500"/>
          </a:bodyPr>
          <a:lstStyle/>
          <a:p>
            <a:r>
              <a:rPr lang="en-CH" sz="1700"/>
              <a:t>Kontakt:</a:t>
            </a:r>
          </a:p>
          <a:p>
            <a:r>
              <a:rPr lang="en-CH" sz="1700"/>
              <a:t>Johannes Lund (</a:t>
            </a:r>
            <a:r>
              <a:rPr lang="de-CH" sz="1700">
                <a:hlinkClick r:id="rId3"/>
              </a:rPr>
              <a:t>johannes.jund@hslu.ch</a:t>
            </a:r>
            <a:r>
              <a:rPr lang="en-CH" sz="1700"/>
              <a:t>)</a:t>
            </a:r>
          </a:p>
          <a:p>
            <a:r>
              <a:rPr lang="en-CH" sz="1700"/>
              <a:t>Dorian </a:t>
            </a:r>
            <a:r>
              <a:rPr lang="de-DE" sz="1700" err="1"/>
              <a:t>Mazreku</a:t>
            </a:r>
            <a:r>
              <a:rPr lang="de-DE" sz="1700"/>
              <a:t> (</a:t>
            </a:r>
            <a:r>
              <a:rPr lang="de-DE" sz="1700">
                <a:hlinkClick r:id="rId4"/>
              </a:rPr>
              <a:t>dorian.mazreku@stud.hslu.ch</a:t>
            </a:r>
            <a:r>
              <a:rPr lang="de-DE" sz="1700"/>
              <a:t>)</a:t>
            </a:r>
          </a:p>
          <a:p>
            <a:r>
              <a:rPr lang="de-DE" sz="1700"/>
              <a:t>Dario Massaro (</a:t>
            </a:r>
            <a:r>
              <a:rPr lang="de-DE" sz="1700">
                <a:hlinkClick r:id="rId5"/>
              </a:rPr>
              <a:t>dario.massaro@stud.hslu.ch</a:t>
            </a:r>
            <a:r>
              <a:rPr lang="de-DE" sz="1700"/>
              <a:t>)</a:t>
            </a:r>
            <a:endParaRPr lang="en-CH" sz="1700"/>
          </a:p>
          <a:p>
            <a:r>
              <a:rPr lang="en-CH" sz="1700"/>
              <a:t>Sascha Paunovic (</a:t>
            </a:r>
            <a:r>
              <a:rPr lang="en-CH" sz="1700">
                <a:hlinkClick r:id="rId6"/>
              </a:rPr>
              <a:t>sascha.paunovic@stud.hslu.ch</a:t>
            </a:r>
            <a:r>
              <a:rPr lang="en-CH" sz="1700"/>
              <a:t>)</a:t>
            </a:r>
          </a:p>
          <a:p>
            <a:r>
              <a:rPr lang="en-CH" sz="1700"/>
              <a:t>Marc-André Kemény (</a:t>
            </a:r>
            <a:r>
              <a:rPr lang="en-GB" sz="1700">
                <a:hlinkClick r:id="rId7"/>
              </a:rPr>
              <a:t>marc-andre.kemeny@stud.hslu.ch</a:t>
            </a:r>
            <a:r>
              <a:rPr lang="en-GB" sz="1700"/>
              <a:t>)</a:t>
            </a:r>
            <a:endParaRPr lang="en-CH" sz="1700"/>
          </a:p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38839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0</TotalTime>
  <Words>589</Words>
  <Application>Microsoft Office PowerPoint</Application>
  <PresentationFormat>Widescreen</PresentationFormat>
  <Paragraphs>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Century Gothic</vt:lpstr>
      <vt:lpstr>Wingdings 2</vt:lpstr>
      <vt:lpstr>Quotable</vt:lpstr>
      <vt:lpstr>Lab-Aufbau: Authentifizierung mit NFC/RFID</vt:lpstr>
      <vt:lpstr>Ziel</vt:lpstr>
      <vt:lpstr>Idee / Szenario</vt:lpstr>
      <vt:lpstr>Komponenten</vt:lpstr>
      <vt:lpstr>Authentifizierungsablauf</vt:lpstr>
      <vt:lpstr>Laborergebnisse</vt:lpstr>
      <vt:lpstr>Empfohlene Schutzmassnahmen</vt:lpstr>
      <vt:lpstr>Fazit</vt:lpstr>
      <vt:lpstr>Noch Fragen?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Jund Johannes HSLU</cp:lastModifiedBy>
  <cp:revision>1</cp:revision>
  <dcterms:created xsi:type="dcterms:W3CDTF">2026-04-10T14:35:11Z</dcterms:created>
  <dcterms:modified xsi:type="dcterms:W3CDTF">2026-04-12T11:35:03Z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2026-04-11T06:21:01Z</vt:lpwstr>
  </property>
  <property fmtid="{D5CDD505-2E9C-101B-9397-08002B2CF9AE}" pid="4" name="MSIP_Label_e8b0afbd-3cf7-4707-aee4-8dc9d855de29_Method">
    <vt:lpwstr>Standard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3aac6ed0-8172-418c-9273-ae79ca84c00e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10, 3, 0, 1</vt:lpwstr>
  </property>
</Properties>
</file>