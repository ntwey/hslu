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D998E-8310-4B2D-9705-CDC6E0C6F2B3}" v="1" dt="2026-04-12T14:47:43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47" autoAdjust="0"/>
  </p:normalViewPr>
  <p:slideViewPr>
    <p:cSldViewPr snapToGrid="0" snapToObjects="1">
      <p:cViewPr varScale="1">
        <p:scale>
          <a:sx n="183" d="100"/>
          <a:sy n="183" d="100"/>
        </p:scale>
        <p:origin x="115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rberger Dominik I.BSCAIML.2401" userId="5c574a8a-e08b-4f71-ae64-76e5594a6e27" providerId="ADAL" clId="{323F47F5-291F-4F2E-94D4-4595E7F0B15C}"/>
    <pc:docChg chg="custSel modSld">
      <pc:chgData name="Dierberger Dominik I.BSCAIML.2401" userId="5c574a8a-e08b-4f71-ae64-76e5594a6e27" providerId="ADAL" clId="{323F47F5-291F-4F2E-94D4-4595E7F0B15C}" dt="2026-04-12T14:59:25.818" v="71" actId="20577"/>
      <pc:docMkLst>
        <pc:docMk/>
      </pc:docMkLst>
      <pc:sldChg chg="modNotesTx">
        <pc:chgData name="Dierberger Dominik I.BSCAIML.2401" userId="5c574a8a-e08b-4f71-ae64-76e5594a6e27" providerId="ADAL" clId="{323F47F5-291F-4F2E-94D4-4595E7F0B15C}" dt="2026-04-12T14:48:08.413" v="9" actId="20577"/>
        <pc:sldMkLst>
          <pc:docMk/>
          <pc:sldMk cId="0" sldId="258"/>
        </pc:sldMkLst>
      </pc:sldChg>
      <pc:sldChg chg="modSp mod modNotesTx">
        <pc:chgData name="Dierberger Dominik I.BSCAIML.2401" userId="5c574a8a-e08b-4f71-ae64-76e5594a6e27" providerId="ADAL" clId="{323F47F5-291F-4F2E-94D4-4595E7F0B15C}" dt="2026-04-12T14:59:25.818" v="71" actId="20577"/>
        <pc:sldMkLst>
          <pc:docMk/>
          <pc:sldMk cId="0" sldId="266"/>
        </pc:sldMkLst>
        <pc:spChg chg="mod">
          <ac:chgData name="Dierberger Dominik I.BSCAIML.2401" userId="5c574a8a-e08b-4f71-ae64-76e5594a6e27" providerId="ADAL" clId="{323F47F5-291F-4F2E-94D4-4595E7F0B15C}" dt="2026-04-12T14:39:46.145" v="0" actId="1076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9A3DF-8FF2-4F76-92A4-53984C2C4C2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BC55-73C9-48EE-8DFB-A9EB387F9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3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DSGVO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Datenschutz-Grundverordnung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BC55-73C9-48EE-8DFB-A9EB387F9D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7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BC55-73C9-48EE-8DFB-A9EB387F9D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69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Kombination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welche</a:t>
            </a:r>
            <a:r>
              <a:rPr lang="en-US" dirty="0"/>
              <a:t> nicht </a:t>
            </a:r>
            <a:r>
              <a:rPr lang="en-US" dirty="0" err="1"/>
              <a:t>unter</a:t>
            </a:r>
            <a:r>
              <a:rPr lang="en-US" dirty="0"/>
              <a:t> der </a:t>
            </a:r>
            <a:r>
              <a:rPr lang="en-US" dirty="0" err="1"/>
              <a:t>dsgvo</a:t>
            </a:r>
            <a:r>
              <a:rPr lang="en-US" dirty="0"/>
              <a:t> </a:t>
            </a:r>
            <a:r>
              <a:rPr lang="en-US" dirty="0" err="1"/>
              <a:t>stehen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BC55-73C9-48EE-8DFB-A9EB387F9D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Anonymisierung:</a:t>
            </a:r>
            <a:br/>
            <a:r>
              <a:t>Synthetische Datengenerierung</a:t>
            </a:r>
            <a:br/>
            <a:r>
              <a:t>und maschinelles Lernen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</a:defRPr>
            </a:pPr>
            <a:r>
              <a:rPr dirty="0"/>
              <a:t>Privacy &amp; Technology Modul Lab A/B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1.  Problemstellung &amp; Motivation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2.  Konzept synthetischer Daten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3.  Methoden: GaussianCopula &amp; CTGAN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4.  Patientendaten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5.  Ergebnisse: Datenqualität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6.  Ergebnisse: ML-Vergleich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7.  Privacy-Analyse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8.  Chancen &amp; Risiken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9.  Fazit &amp; Empfehlungen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1. Problemstellung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Szenario: Eine Forschungsgruppe möchte KI-Modelle für Diabetes-Vorhersage trainieren.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Problem: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Echte Patientendaten sind sensibel (DSGVO)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Daten können nicht frei geteilt werden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Für seltene Krankheiten zu wenige Daten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Lösung: Synthetische 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Künstlich erzeugte Datensätze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Bilden statistische Eigenschaften nach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Enthalten keine echten Personen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DSGVO-konform teilbar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2. Konzept synthetischer Daten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Ansatz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Qualität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Regelbasiert (Faker)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Zufallswerte nach Regeln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Niedrig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GaussianCopula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Statistische Korrelationen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CTGAN (Deep Learning)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Generative Adversarial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Ziel: Verteilungen und Zusammenhänge der Originaldaten erhalten,</a:t>
            </a:r>
            <a:br/>
            <a:r>
              <a:t>ohne individuelle Datenpunkte zu kopieren.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3. Methoden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GaussianCopula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Transformiert Spalten in Normalverteilungen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Modelliert Korrelationsmatrix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Schnell und deterministisch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Annahme: lineare Zusammenhänge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CTGAN (Conditional Tabular GAN)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Generator erzeugt synthetische Daten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Discriminator unterscheidet echt vs. fake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Adversariales Training (300 Epochen)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Erlernt auch nicht-lineare Muster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4. Patientendaten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Realer Datensatz: 1000 simulierte Patienten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Merkmal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Bereich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Alter des Patienten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18–89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geschlecht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 / 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kategorisch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Body-Mass-Index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15–50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blutdruck_sys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Systolischer Blutdruck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80–200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cholesterin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Cholesterinwert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100–350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glukose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Nüchtern-Glukose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60–300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hba1c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Langzeit-Blutzucker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3.5–14.0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diabetes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Zielvariable (0/1)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 oder 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5. Ergebnisse: Datenqualität</a:t>
            </a:r>
          </a:p>
        </p:txBody>
      </p:sp>
      <p:pic>
        <p:nvPicPr>
          <p:cNvPr id="3" name="Picture 2" descr="verteilungsvergle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169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</a:defRPr>
            </a:pPr>
            <a:r>
              <a:t>SDV Quality Score: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GaussianCopula: 92%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CTGAN: 75%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Beide erhalten die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Grundstruktur der Daten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6. Ergebnisse: ML-Vergleich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RandomForest — trainiert auf versch. Daten, getestet auf realem Test-Set: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Real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GaussianCopula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CTGAN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modellvergle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19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rPr dirty="0" err="1"/>
              <a:t>GaussianCopula</a:t>
            </a:r>
            <a:r>
              <a:rPr dirty="0"/>
              <a:t> </a:t>
            </a:r>
            <a:r>
              <a:rPr dirty="0" err="1"/>
              <a:t>erreicht</a:t>
            </a:r>
            <a:r>
              <a:rPr dirty="0"/>
              <a:t> ~89% der Baseline-Accuracy </a:t>
            </a:r>
            <a:r>
              <a:rPr dirty="0" err="1"/>
              <a:t>nützlich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vollständiger</a:t>
            </a:r>
            <a:r>
              <a:rPr dirty="0"/>
              <a:t> Ersatz.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7. Privacy-Analyse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Nearest-Neighbor-Distanz: Wie nahe liegen synthetische an realen Daten?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1148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NN-Distanz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Verhältnis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Real ↔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GaussianCopula → Real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CTGAN →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privacy_analy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</a:defRPr>
            </a:pPr>
            <a:r>
              <a:t>Kein Privacy-Risiko: Synthetische Daten sind nicht näher an realen Daten als reale untereinander.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8. Chancen &amp; Risiken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Chancen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Risiken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DSGVO-konformes Data Sharing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Re-Identifikation bei schlechter Generierung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Beliebig skalierbar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Bias-Übernahme aus Originaldaten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ML ohne Zugang zu Originaldaten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Qualitätsverlust bei komplexen Mustern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Testdaten für Entwicklung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"Synthetisch" ≠ automatisch "anonym"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Ergänzung kleiner Datensätze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Membership-Inference-Angriffe möglich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</a:defRPr>
            </a:pPr>
            <a:r>
              <a:t>9. Fazit &amp; Empfehlungen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rPr dirty="0" err="1"/>
              <a:t>Synthetische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mächtiges</a:t>
            </a:r>
            <a:r>
              <a:rPr dirty="0"/>
              <a:t> </a:t>
            </a:r>
            <a:r>
              <a:rPr dirty="0" err="1"/>
              <a:t>Werkzeug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Allheilmittel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</a:defRPr>
            </a:pPr>
            <a:r>
              <a:t>Unsere Erkenntnisse: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Verteilungen gut nachgebildet (92%)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ML-Performance hinter echten Daten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Privacy-Analyse zeigt keine Kopien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</a:defRPr>
            </a:pPr>
            <a:r>
              <a:t>Empfehlungen für die Praxis: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09056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1. </a:t>
            </a:r>
            <a:r>
              <a:rPr dirty="0" err="1"/>
              <a:t>Kombination</a:t>
            </a:r>
            <a:r>
              <a:rPr dirty="0"/>
              <a:t> synth. + realer </a:t>
            </a:r>
            <a:r>
              <a:rPr dirty="0" err="1"/>
              <a:t>Daten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2. Differential Privacy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Garantie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3. </a:t>
            </a:r>
            <a:r>
              <a:rPr dirty="0" err="1"/>
              <a:t>Regelmässige</a:t>
            </a:r>
            <a:r>
              <a:rPr dirty="0"/>
              <a:t> Privacy-Audits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4. </a:t>
            </a:r>
            <a:r>
              <a:rPr dirty="0" err="1"/>
              <a:t>Domainexperten</a:t>
            </a:r>
            <a:r>
              <a:rPr dirty="0"/>
              <a:t> </a:t>
            </a:r>
            <a:r>
              <a:rPr dirty="0" err="1"/>
              <a:t>einbeziehen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485</Words>
  <Application>Microsoft Office PowerPoint</Application>
  <PresentationFormat>On-screen Show (16:9)</PresentationFormat>
  <Paragraphs>144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Dominik Dierberger</dc:creator>
  <cp:keywords/>
  <dc:description>generated using python-pptx</dc:description>
  <cp:lastModifiedBy>Dierberger Dominik I.BSCAIML.2401</cp:lastModifiedBy>
  <cp:revision>2</cp:revision>
  <dcterms:created xsi:type="dcterms:W3CDTF">2013-01-27T09:14:16Z</dcterms:created>
  <dcterms:modified xsi:type="dcterms:W3CDTF">2026-04-12T14:59:33Z</dcterms:modified>
  <cp:category/>
</cp:coreProperties>
</file>